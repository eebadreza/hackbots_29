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48" r:id="rId3"/>
  </p:sldMasterIdLst>
  <p:sldIdLst>
    <p:sldId id="262" r:id="rId4"/>
    <p:sldId id="261" r:id="rId5"/>
    <p:sldId id="260" r:id="rId6"/>
    <p:sldId id="259" r:id="rId7"/>
    <p:sldId id="258" r:id="rId8"/>
    <p:sldId id="268" r:id="rId9"/>
    <p:sldId id="267" r:id="rId10"/>
    <p:sldId id="266" r:id="rId11"/>
    <p:sldId id="265" r:id="rId12"/>
    <p:sldId id="264" r:id="rId13"/>
    <p:sldId id="274" r:id="rId14"/>
    <p:sldId id="273" r:id="rId15"/>
    <p:sldId id="271" r:id="rId16"/>
    <p:sldId id="270" r:id="rId17"/>
    <p:sldId id="277" r:id="rId18"/>
    <p:sldId id="27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F5497F-8A82-4093-9729-EB1B480BC1C4}" v="58" dt="2022-06-26T08:44:35.931"/>
    <p1510:client id="{3E70E833-32BA-4F22-9A74-C179644521B7}" v="16" dt="2022-06-20T21:48:02.187"/>
    <p1510:client id="{3F52568B-8D1B-454A-A4DA-FEE46E57577D}" v="122" dt="2022-06-26T09:28:44.578"/>
    <p1510:client id="{FC3136D7-B4BD-44F0-80B3-FC024C41A029}" v="150" dt="2022-06-20T21:35:55.0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microsoft.com/office/2015/10/relationships/revisionInfo" Target="revisionInfo.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heme" Target="theme/theme1.xml"/></Relationships>
</file>

<file path=ppt/diagrams/_rels/data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34FDEC9-E13B-4140-B430-2CAAA8E267FC}" type="doc">
      <dgm:prSet loTypeId="urn:microsoft.com/office/officeart/2005/8/layout/list1" loCatId="list" qsTypeId="urn:microsoft.com/office/officeart/2005/8/quickstyle/simple4" qsCatId="simple" csTypeId="urn:microsoft.com/office/officeart/2005/8/colors/colorful1" csCatId="colorful" phldr="1"/>
      <dgm:spPr/>
      <dgm:t>
        <a:bodyPr/>
        <a:lstStyle/>
        <a:p>
          <a:endParaRPr lang="en-US"/>
        </a:p>
      </dgm:t>
    </dgm:pt>
    <dgm:pt modelId="{05D0BD1B-CC34-4ADC-A3E7-28A5A0D74A95}">
      <dgm:prSet/>
      <dgm:spPr/>
      <dgm:t>
        <a:bodyPr/>
        <a:lstStyle/>
        <a:p>
          <a:r>
            <a:rPr lang="en-GB" dirty="0"/>
            <a:t>Our Team</a:t>
          </a:r>
          <a:endParaRPr lang="en-US" dirty="0"/>
        </a:p>
      </dgm:t>
    </dgm:pt>
    <dgm:pt modelId="{020A8A7E-35DC-438B-AD1E-71B30F046D8C}" type="parTrans" cxnId="{68F6523C-2EF4-4A09-87CF-B81BEF2EF356}">
      <dgm:prSet/>
      <dgm:spPr/>
      <dgm:t>
        <a:bodyPr/>
        <a:lstStyle/>
        <a:p>
          <a:endParaRPr lang="en-US"/>
        </a:p>
      </dgm:t>
    </dgm:pt>
    <dgm:pt modelId="{B4425762-A4D5-46DC-BFCC-DAA41C988A30}" type="sibTrans" cxnId="{68F6523C-2EF4-4A09-87CF-B81BEF2EF356}">
      <dgm:prSet/>
      <dgm:spPr/>
      <dgm:t>
        <a:bodyPr/>
        <a:lstStyle/>
        <a:p>
          <a:endParaRPr lang="en-US"/>
        </a:p>
      </dgm:t>
    </dgm:pt>
    <dgm:pt modelId="{51A2F8FF-EFE6-418E-8874-A404C2FB32B7}">
      <dgm:prSet/>
      <dgm:spPr/>
      <dgm:t>
        <a:bodyPr/>
        <a:lstStyle/>
        <a:p>
          <a:r>
            <a:rPr lang="en-GB" dirty="0"/>
            <a:t>Understanding Problem Statement</a:t>
          </a:r>
          <a:endParaRPr lang="en-US" dirty="0"/>
        </a:p>
      </dgm:t>
    </dgm:pt>
    <dgm:pt modelId="{C446F20C-47DF-4AB9-90A8-DC2B009771A3}" type="parTrans" cxnId="{4531F129-0F49-4C1D-B7F0-45E6FE41BE66}">
      <dgm:prSet/>
      <dgm:spPr/>
      <dgm:t>
        <a:bodyPr/>
        <a:lstStyle/>
        <a:p>
          <a:endParaRPr lang="en-US"/>
        </a:p>
      </dgm:t>
    </dgm:pt>
    <dgm:pt modelId="{B5DA177F-4683-4A18-AB44-7E26731AB8B3}" type="sibTrans" cxnId="{4531F129-0F49-4C1D-B7F0-45E6FE41BE66}">
      <dgm:prSet/>
      <dgm:spPr/>
      <dgm:t>
        <a:bodyPr/>
        <a:lstStyle/>
        <a:p>
          <a:endParaRPr lang="en-US"/>
        </a:p>
      </dgm:t>
    </dgm:pt>
    <dgm:pt modelId="{7FA9F7A4-F149-4379-83E9-5ADCB0D86110}">
      <dgm:prSet/>
      <dgm:spPr/>
      <dgm:t>
        <a:bodyPr/>
        <a:lstStyle/>
        <a:p>
          <a:r>
            <a:rPr lang="en-GB" dirty="0"/>
            <a:t>Our Solution</a:t>
          </a:r>
          <a:endParaRPr lang="en-US" dirty="0"/>
        </a:p>
      </dgm:t>
    </dgm:pt>
    <dgm:pt modelId="{D7F03D77-9B27-4E53-B191-C41F8427BC56}" type="parTrans" cxnId="{BCC84540-FD93-44E8-BEB6-4CF54BE28B4B}">
      <dgm:prSet/>
      <dgm:spPr/>
      <dgm:t>
        <a:bodyPr/>
        <a:lstStyle/>
        <a:p>
          <a:endParaRPr lang="en-US"/>
        </a:p>
      </dgm:t>
    </dgm:pt>
    <dgm:pt modelId="{D9A4967D-4D94-405E-8083-50303B67747F}" type="sibTrans" cxnId="{BCC84540-FD93-44E8-BEB6-4CF54BE28B4B}">
      <dgm:prSet/>
      <dgm:spPr/>
      <dgm:t>
        <a:bodyPr/>
        <a:lstStyle/>
        <a:p>
          <a:endParaRPr lang="en-US"/>
        </a:p>
      </dgm:t>
    </dgm:pt>
    <dgm:pt modelId="{AE0E1BB4-2CC8-40B6-A590-EBEDA7AB867B}">
      <dgm:prSet/>
      <dgm:spPr/>
      <dgm:t>
        <a:bodyPr/>
        <a:lstStyle/>
        <a:p>
          <a:r>
            <a:rPr lang="en-GB" dirty="0"/>
            <a:t>Execution Plan</a:t>
          </a:r>
          <a:endParaRPr lang="en-US" dirty="0"/>
        </a:p>
      </dgm:t>
    </dgm:pt>
    <dgm:pt modelId="{A6FCC7BA-5982-4612-B837-8E31766FCAB1}" type="parTrans" cxnId="{8CA1E707-A517-45BB-B987-62EC78E65E3C}">
      <dgm:prSet/>
      <dgm:spPr/>
      <dgm:t>
        <a:bodyPr/>
        <a:lstStyle/>
        <a:p>
          <a:endParaRPr lang="en-US"/>
        </a:p>
      </dgm:t>
    </dgm:pt>
    <dgm:pt modelId="{E06C45A7-503A-4AC6-A37D-8386C134E4C9}" type="sibTrans" cxnId="{8CA1E707-A517-45BB-B987-62EC78E65E3C}">
      <dgm:prSet/>
      <dgm:spPr/>
      <dgm:t>
        <a:bodyPr/>
        <a:lstStyle/>
        <a:p>
          <a:endParaRPr lang="en-US"/>
        </a:p>
      </dgm:t>
    </dgm:pt>
    <dgm:pt modelId="{837FA3E6-E136-4E4A-83FF-71CA3E8FDA87}">
      <dgm:prSet phldr="0"/>
      <dgm:spPr/>
      <dgm:t>
        <a:bodyPr/>
        <a:lstStyle/>
        <a:p>
          <a:r>
            <a:rPr lang="en-GB" dirty="0">
              <a:latin typeface="Calibri Light" panose="020F0302020204030204"/>
            </a:rPr>
            <a:t>Credits</a:t>
          </a:r>
        </a:p>
      </dgm:t>
    </dgm:pt>
    <dgm:pt modelId="{7874FDF2-3D64-4F5C-AAAC-85E19C17D5F9}" type="parTrans" cxnId="{45C31B9F-A59B-4F85-A2D8-189B314E6DA6}">
      <dgm:prSet/>
      <dgm:spPr/>
    </dgm:pt>
    <dgm:pt modelId="{C3E5C1BE-AED8-4D72-A31E-A1050046449B}" type="sibTrans" cxnId="{45C31B9F-A59B-4F85-A2D8-189B314E6DA6}">
      <dgm:prSet/>
      <dgm:spPr/>
    </dgm:pt>
    <dgm:pt modelId="{BB8EAB8E-38FD-450B-969A-8393635BB6C6}" type="pres">
      <dgm:prSet presAssocID="{D34FDEC9-E13B-4140-B430-2CAAA8E267FC}" presName="linear" presStyleCnt="0">
        <dgm:presLayoutVars>
          <dgm:dir/>
          <dgm:animLvl val="lvl"/>
          <dgm:resizeHandles val="exact"/>
        </dgm:presLayoutVars>
      </dgm:prSet>
      <dgm:spPr/>
    </dgm:pt>
    <dgm:pt modelId="{65D8FFAB-E9A0-4D45-9DEB-42F16A06C4D9}" type="pres">
      <dgm:prSet presAssocID="{05D0BD1B-CC34-4ADC-A3E7-28A5A0D74A95}" presName="parentLin" presStyleCnt="0"/>
      <dgm:spPr/>
    </dgm:pt>
    <dgm:pt modelId="{9E93A2C7-00B3-4443-B6D2-10113396B6E7}" type="pres">
      <dgm:prSet presAssocID="{05D0BD1B-CC34-4ADC-A3E7-28A5A0D74A95}" presName="parentLeftMargin" presStyleLbl="node1" presStyleIdx="0" presStyleCnt="5"/>
      <dgm:spPr/>
    </dgm:pt>
    <dgm:pt modelId="{5A817AA2-395F-4935-A36B-5AD40E6F8EDA}" type="pres">
      <dgm:prSet presAssocID="{05D0BD1B-CC34-4ADC-A3E7-28A5A0D74A95}" presName="parentText" presStyleLbl="node1" presStyleIdx="0" presStyleCnt="5">
        <dgm:presLayoutVars>
          <dgm:chMax val="0"/>
          <dgm:bulletEnabled val="1"/>
        </dgm:presLayoutVars>
      </dgm:prSet>
      <dgm:spPr/>
    </dgm:pt>
    <dgm:pt modelId="{C628FDE6-1F27-4FC9-8891-7581C0DAC713}" type="pres">
      <dgm:prSet presAssocID="{05D0BD1B-CC34-4ADC-A3E7-28A5A0D74A95}" presName="negativeSpace" presStyleCnt="0"/>
      <dgm:spPr/>
    </dgm:pt>
    <dgm:pt modelId="{9F5DDA63-164B-492E-8C4E-23F533AE4BB6}" type="pres">
      <dgm:prSet presAssocID="{05D0BD1B-CC34-4ADC-A3E7-28A5A0D74A95}" presName="childText" presStyleLbl="conFgAcc1" presStyleIdx="0" presStyleCnt="5">
        <dgm:presLayoutVars>
          <dgm:bulletEnabled val="1"/>
        </dgm:presLayoutVars>
      </dgm:prSet>
      <dgm:spPr/>
    </dgm:pt>
    <dgm:pt modelId="{0AB9DCE8-8017-47FF-93C1-BB40B855E61A}" type="pres">
      <dgm:prSet presAssocID="{B4425762-A4D5-46DC-BFCC-DAA41C988A30}" presName="spaceBetweenRectangles" presStyleCnt="0"/>
      <dgm:spPr/>
    </dgm:pt>
    <dgm:pt modelId="{A733DBD3-AB77-45F3-A991-3841E2FF19B9}" type="pres">
      <dgm:prSet presAssocID="{51A2F8FF-EFE6-418E-8874-A404C2FB32B7}" presName="parentLin" presStyleCnt="0"/>
      <dgm:spPr/>
    </dgm:pt>
    <dgm:pt modelId="{FF620735-2223-42D5-B6C2-566C4F72F8B5}" type="pres">
      <dgm:prSet presAssocID="{51A2F8FF-EFE6-418E-8874-A404C2FB32B7}" presName="parentLeftMargin" presStyleLbl="node1" presStyleIdx="0" presStyleCnt="5"/>
      <dgm:spPr/>
    </dgm:pt>
    <dgm:pt modelId="{EAC66EEB-4992-40AE-9106-86902D55887C}" type="pres">
      <dgm:prSet presAssocID="{51A2F8FF-EFE6-418E-8874-A404C2FB32B7}" presName="parentText" presStyleLbl="node1" presStyleIdx="1" presStyleCnt="5">
        <dgm:presLayoutVars>
          <dgm:chMax val="0"/>
          <dgm:bulletEnabled val="1"/>
        </dgm:presLayoutVars>
      </dgm:prSet>
      <dgm:spPr/>
    </dgm:pt>
    <dgm:pt modelId="{503E4CD6-1AEE-410B-9B20-3F2B5A578AC1}" type="pres">
      <dgm:prSet presAssocID="{51A2F8FF-EFE6-418E-8874-A404C2FB32B7}" presName="negativeSpace" presStyleCnt="0"/>
      <dgm:spPr/>
    </dgm:pt>
    <dgm:pt modelId="{EA073957-7FE3-42CA-B83C-3D86154621E9}" type="pres">
      <dgm:prSet presAssocID="{51A2F8FF-EFE6-418E-8874-A404C2FB32B7}" presName="childText" presStyleLbl="conFgAcc1" presStyleIdx="1" presStyleCnt="5">
        <dgm:presLayoutVars>
          <dgm:bulletEnabled val="1"/>
        </dgm:presLayoutVars>
      </dgm:prSet>
      <dgm:spPr/>
    </dgm:pt>
    <dgm:pt modelId="{8BB9F2BE-369C-4AFB-9BF0-20D9FFB5B0CB}" type="pres">
      <dgm:prSet presAssocID="{B5DA177F-4683-4A18-AB44-7E26731AB8B3}" presName="spaceBetweenRectangles" presStyleCnt="0"/>
      <dgm:spPr/>
    </dgm:pt>
    <dgm:pt modelId="{28CEC376-D552-4C12-AB8A-D5C6435E5F8F}" type="pres">
      <dgm:prSet presAssocID="{7FA9F7A4-F149-4379-83E9-5ADCB0D86110}" presName="parentLin" presStyleCnt="0"/>
      <dgm:spPr/>
    </dgm:pt>
    <dgm:pt modelId="{A2399E34-C706-4122-A3AA-2A70328C63A9}" type="pres">
      <dgm:prSet presAssocID="{7FA9F7A4-F149-4379-83E9-5ADCB0D86110}" presName="parentLeftMargin" presStyleLbl="node1" presStyleIdx="1" presStyleCnt="5"/>
      <dgm:spPr/>
    </dgm:pt>
    <dgm:pt modelId="{DCA687C7-C02D-402D-A31D-710DD56200B5}" type="pres">
      <dgm:prSet presAssocID="{7FA9F7A4-F149-4379-83E9-5ADCB0D86110}" presName="parentText" presStyleLbl="node1" presStyleIdx="2" presStyleCnt="5">
        <dgm:presLayoutVars>
          <dgm:chMax val="0"/>
          <dgm:bulletEnabled val="1"/>
        </dgm:presLayoutVars>
      </dgm:prSet>
      <dgm:spPr/>
    </dgm:pt>
    <dgm:pt modelId="{EE94BFFA-C9E9-4E16-8606-310C530785D0}" type="pres">
      <dgm:prSet presAssocID="{7FA9F7A4-F149-4379-83E9-5ADCB0D86110}" presName="negativeSpace" presStyleCnt="0"/>
      <dgm:spPr/>
    </dgm:pt>
    <dgm:pt modelId="{9D4E1B0D-E69D-4216-B185-AEF1C7786016}" type="pres">
      <dgm:prSet presAssocID="{7FA9F7A4-F149-4379-83E9-5ADCB0D86110}" presName="childText" presStyleLbl="conFgAcc1" presStyleIdx="2" presStyleCnt="5">
        <dgm:presLayoutVars>
          <dgm:bulletEnabled val="1"/>
        </dgm:presLayoutVars>
      </dgm:prSet>
      <dgm:spPr/>
    </dgm:pt>
    <dgm:pt modelId="{054254B0-809E-4822-8045-F42C743A7370}" type="pres">
      <dgm:prSet presAssocID="{D9A4967D-4D94-405E-8083-50303B67747F}" presName="spaceBetweenRectangles" presStyleCnt="0"/>
      <dgm:spPr/>
    </dgm:pt>
    <dgm:pt modelId="{4EBD061C-B7FF-456C-94E4-B7CF99A5C5CF}" type="pres">
      <dgm:prSet presAssocID="{AE0E1BB4-2CC8-40B6-A590-EBEDA7AB867B}" presName="parentLin" presStyleCnt="0"/>
      <dgm:spPr/>
    </dgm:pt>
    <dgm:pt modelId="{F7AE65DF-22A3-45BF-BC78-8A101B76E31C}" type="pres">
      <dgm:prSet presAssocID="{AE0E1BB4-2CC8-40B6-A590-EBEDA7AB867B}" presName="parentLeftMargin" presStyleLbl="node1" presStyleIdx="2" presStyleCnt="5"/>
      <dgm:spPr/>
    </dgm:pt>
    <dgm:pt modelId="{343F1615-8D30-4D5E-BC8E-5201ACE86075}" type="pres">
      <dgm:prSet presAssocID="{AE0E1BB4-2CC8-40B6-A590-EBEDA7AB867B}" presName="parentText" presStyleLbl="node1" presStyleIdx="3" presStyleCnt="5">
        <dgm:presLayoutVars>
          <dgm:chMax val="0"/>
          <dgm:bulletEnabled val="1"/>
        </dgm:presLayoutVars>
      </dgm:prSet>
      <dgm:spPr/>
    </dgm:pt>
    <dgm:pt modelId="{C44EDA70-9499-44AB-AC85-3C9C4EC44A63}" type="pres">
      <dgm:prSet presAssocID="{AE0E1BB4-2CC8-40B6-A590-EBEDA7AB867B}" presName="negativeSpace" presStyleCnt="0"/>
      <dgm:spPr/>
    </dgm:pt>
    <dgm:pt modelId="{1706C0D6-20F2-4260-8F72-2A71A2D80B4B}" type="pres">
      <dgm:prSet presAssocID="{AE0E1BB4-2CC8-40B6-A590-EBEDA7AB867B}" presName="childText" presStyleLbl="conFgAcc1" presStyleIdx="3" presStyleCnt="5">
        <dgm:presLayoutVars>
          <dgm:bulletEnabled val="1"/>
        </dgm:presLayoutVars>
      </dgm:prSet>
      <dgm:spPr/>
    </dgm:pt>
    <dgm:pt modelId="{F53B3C4B-981C-49B3-8FB4-06494246F00F}" type="pres">
      <dgm:prSet presAssocID="{E06C45A7-503A-4AC6-A37D-8386C134E4C9}" presName="spaceBetweenRectangles" presStyleCnt="0"/>
      <dgm:spPr/>
    </dgm:pt>
    <dgm:pt modelId="{F5A2541A-0B38-4D7A-A3CA-139A9F7276B5}" type="pres">
      <dgm:prSet presAssocID="{837FA3E6-E136-4E4A-83FF-71CA3E8FDA87}" presName="parentLin" presStyleCnt="0"/>
      <dgm:spPr/>
    </dgm:pt>
    <dgm:pt modelId="{7D528F46-3F15-4289-BEFD-7E19AB7FFC13}" type="pres">
      <dgm:prSet presAssocID="{837FA3E6-E136-4E4A-83FF-71CA3E8FDA87}" presName="parentLeftMargin" presStyleLbl="node1" presStyleIdx="3" presStyleCnt="5"/>
      <dgm:spPr/>
    </dgm:pt>
    <dgm:pt modelId="{D1742BE3-2644-487D-99EB-723177396949}" type="pres">
      <dgm:prSet presAssocID="{837FA3E6-E136-4E4A-83FF-71CA3E8FDA87}" presName="parentText" presStyleLbl="node1" presStyleIdx="4" presStyleCnt="5">
        <dgm:presLayoutVars>
          <dgm:chMax val="0"/>
          <dgm:bulletEnabled val="1"/>
        </dgm:presLayoutVars>
      </dgm:prSet>
      <dgm:spPr/>
    </dgm:pt>
    <dgm:pt modelId="{23CAEF85-3E29-49E4-B630-9F4E7ABD0FD1}" type="pres">
      <dgm:prSet presAssocID="{837FA3E6-E136-4E4A-83FF-71CA3E8FDA87}" presName="negativeSpace" presStyleCnt="0"/>
      <dgm:spPr/>
    </dgm:pt>
    <dgm:pt modelId="{2E3AEDE2-F265-4819-8B0E-6FA0FC0A96CB}" type="pres">
      <dgm:prSet presAssocID="{837FA3E6-E136-4E4A-83FF-71CA3E8FDA87}" presName="childText" presStyleLbl="conFgAcc1" presStyleIdx="4" presStyleCnt="5">
        <dgm:presLayoutVars>
          <dgm:bulletEnabled val="1"/>
        </dgm:presLayoutVars>
      </dgm:prSet>
      <dgm:spPr/>
    </dgm:pt>
  </dgm:ptLst>
  <dgm:cxnLst>
    <dgm:cxn modelId="{8CA1E707-A517-45BB-B987-62EC78E65E3C}" srcId="{D34FDEC9-E13B-4140-B430-2CAAA8E267FC}" destId="{AE0E1BB4-2CC8-40B6-A590-EBEDA7AB867B}" srcOrd="3" destOrd="0" parTransId="{A6FCC7BA-5982-4612-B837-8E31766FCAB1}" sibTransId="{E06C45A7-503A-4AC6-A37D-8386C134E4C9}"/>
    <dgm:cxn modelId="{96751719-28D3-443E-A1C7-B6474D7BB817}" type="presOf" srcId="{837FA3E6-E136-4E4A-83FF-71CA3E8FDA87}" destId="{D1742BE3-2644-487D-99EB-723177396949}" srcOrd="1" destOrd="0" presId="urn:microsoft.com/office/officeart/2005/8/layout/list1"/>
    <dgm:cxn modelId="{4531F129-0F49-4C1D-B7F0-45E6FE41BE66}" srcId="{D34FDEC9-E13B-4140-B430-2CAAA8E267FC}" destId="{51A2F8FF-EFE6-418E-8874-A404C2FB32B7}" srcOrd="1" destOrd="0" parTransId="{C446F20C-47DF-4AB9-90A8-DC2B009771A3}" sibTransId="{B5DA177F-4683-4A18-AB44-7E26731AB8B3}"/>
    <dgm:cxn modelId="{FC839C2A-789C-49F7-B098-E98CEBCDB897}" type="presOf" srcId="{7FA9F7A4-F149-4379-83E9-5ADCB0D86110}" destId="{DCA687C7-C02D-402D-A31D-710DD56200B5}" srcOrd="1" destOrd="0" presId="urn:microsoft.com/office/officeart/2005/8/layout/list1"/>
    <dgm:cxn modelId="{68F6523C-2EF4-4A09-87CF-B81BEF2EF356}" srcId="{D34FDEC9-E13B-4140-B430-2CAAA8E267FC}" destId="{05D0BD1B-CC34-4ADC-A3E7-28A5A0D74A95}" srcOrd="0" destOrd="0" parTransId="{020A8A7E-35DC-438B-AD1E-71B30F046D8C}" sibTransId="{B4425762-A4D5-46DC-BFCC-DAA41C988A30}"/>
    <dgm:cxn modelId="{BCC84540-FD93-44E8-BEB6-4CF54BE28B4B}" srcId="{D34FDEC9-E13B-4140-B430-2CAAA8E267FC}" destId="{7FA9F7A4-F149-4379-83E9-5ADCB0D86110}" srcOrd="2" destOrd="0" parTransId="{D7F03D77-9B27-4E53-B191-C41F8427BC56}" sibTransId="{D9A4967D-4D94-405E-8083-50303B67747F}"/>
    <dgm:cxn modelId="{9FEF5F5C-94A3-45C2-8856-9F4EBDB61ACC}" type="presOf" srcId="{05D0BD1B-CC34-4ADC-A3E7-28A5A0D74A95}" destId="{5A817AA2-395F-4935-A36B-5AD40E6F8EDA}" srcOrd="1" destOrd="0" presId="urn:microsoft.com/office/officeart/2005/8/layout/list1"/>
    <dgm:cxn modelId="{F5112D62-0357-4045-BAE4-2A71A02C2F96}" type="presOf" srcId="{837FA3E6-E136-4E4A-83FF-71CA3E8FDA87}" destId="{7D528F46-3F15-4289-BEFD-7E19AB7FFC13}" srcOrd="0" destOrd="0" presId="urn:microsoft.com/office/officeart/2005/8/layout/list1"/>
    <dgm:cxn modelId="{9387F663-FDF5-4CB7-901B-9719E77AD561}" type="presOf" srcId="{AE0E1BB4-2CC8-40B6-A590-EBEDA7AB867B}" destId="{343F1615-8D30-4D5E-BC8E-5201ACE86075}" srcOrd="1" destOrd="0" presId="urn:microsoft.com/office/officeart/2005/8/layout/list1"/>
    <dgm:cxn modelId="{9365AB4E-B1A1-4B5C-97D3-399F001EFF08}" type="presOf" srcId="{51A2F8FF-EFE6-418E-8874-A404C2FB32B7}" destId="{EAC66EEB-4992-40AE-9106-86902D55887C}" srcOrd="1" destOrd="0" presId="urn:microsoft.com/office/officeart/2005/8/layout/list1"/>
    <dgm:cxn modelId="{A4285653-14FB-4675-BDC4-6057763323FD}" type="presOf" srcId="{7FA9F7A4-F149-4379-83E9-5ADCB0D86110}" destId="{A2399E34-C706-4122-A3AA-2A70328C63A9}" srcOrd="0" destOrd="0" presId="urn:microsoft.com/office/officeart/2005/8/layout/list1"/>
    <dgm:cxn modelId="{C3B6B07A-1FC6-4A3D-A82D-7BCDEC4F6044}" type="presOf" srcId="{D34FDEC9-E13B-4140-B430-2CAAA8E267FC}" destId="{BB8EAB8E-38FD-450B-969A-8393635BB6C6}" srcOrd="0" destOrd="0" presId="urn:microsoft.com/office/officeart/2005/8/layout/list1"/>
    <dgm:cxn modelId="{45C31B9F-A59B-4F85-A2D8-189B314E6DA6}" srcId="{D34FDEC9-E13B-4140-B430-2CAAA8E267FC}" destId="{837FA3E6-E136-4E4A-83FF-71CA3E8FDA87}" srcOrd="4" destOrd="0" parTransId="{7874FDF2-3D64-4F5C-AAAC-85E19C17D5F9}" sibTransId="{C3E5C1BE-AED8-4D72-A31E-A1050046449B}"/>
    <dgm:cxn modelId="{A46668B3-71AE-42A9-99EA-EB9C101762F9}" type="presOf" srcId="{AE0E1BB4-2CC8-40B6-A590-EBEDA7AB867B}" destId="{F7AE65DF-22A3-45BF-BC78-8A101B76E31C}" srcOrd="0" destOrd="0" presId="urn:microsoft.com/office/officeart/2005/8/layout/list1"/>
    <dgm:cxn modelId="{B653B2D4-C6B6-4881-A5FE-D2FCF4ECF665}" type="presOf" srcId="{05D0BD1B-CC34-4ADC-A3E7-28A5A0D74A95}" destId="{9E93A2C7-00B3-4443-B6D2-10113396B6E7}" srcOrd="0" destOrd="0" presId="urn:microsoft.com/office/officeart/2005/8/layout/list1"/>
    <dgm:cxn modelId="{061F32D9-BD32-44E4-8267-2022AB6A2E90}" type="presOf" srcId="{51A2F8FF-EFE6-418E-8874-A404C2FB32B7}" destId="{FF620735-2223-42D5-B6C2-566C4F72F8B5}" srcOrd="0" destOrd="0" presId="urn:microsoft.com/office/officeart/2005/8/layout/list1"/>
    <dgm:cxn modelId="{F2BFCB9D-9FDC-4630-9A7F-4DD06682FAC6}" type="presParOf" srcId="{BB8EAB8E-38FD-450B-969A-8393635BB6C6}" destId="{65D8FFAB-E9A0-4D45-9DEB-42F16A06C4D9}" srcOrd="0" destOrd="0" presId="urn:microsoft.com/office/officeart/2005/8/layout/list1"/>
    <dgm:cxn modelId="{093E9921-5A73-4FCD-85B0-A63A12E1F454}" type="presParOf" srcId="{65D8FFAB-E9A0-4D45-9DEB-42F16A06C4D9}" destId="{9E93A2C7-00B3-4443-B6D2-10113396B6E7}" srcOrd="0" destOrd="0" presId="urn:microsoft.com/office/officeart/2005/8/layout/list1"/>
    <dgm:cxn modelId="{035CAF43-30E5-4FFA-BEF1-A985FDF5882E}" type="presParOf" srcId="{65D8FFAB-E9A0-4D45-9DEB-42F16A06C4D9}" destId="{5A817AA2-395F-4935-A36B-5AD40E6F8EDA}" srcOrd="1" destOrd="0" presId="urn:microsoft.com/office/officeart/2005/8/layout/list1"/>
    <dgm:cxn modelId="{94216235-D4BB-4E9C-B204-1C2B2DDE726C}" type="presParOf" srcId="{BB8EAB8E-38FD-450B-969A-8393635BB6C6}" destId="{C628FDE6-1F27-4FC9-8891-7581C0DAC713}" srcOrd="1" destOrd="0" presId="urn:microsoft.com/office/officeart/2005/8/layout/list1"/>
    <dgm:cxn modelId="{1E2335F8-5C3B-4875-AFAB-EB64C20258E1}" type="presParOf" srcId="{BB8EAB8E-38FD-450B-969A-8393635BB6C6}" destId="{9F5DDA63-164B-492E-8C4E-23F533AE4BB6}" srcOrd="2" destOrd="0" presId="urn:microsoft.com/office/officeart/2005/8/layout/list1"/>
    <dgm:cxn modelId="{3A1E3656-17E5-472E-B379-63396D02B98E}" type="presParOf" srcId="{BB8EAB8E-38FD-450B-969A-8393635BB6C6}" destId="{0AB9DCE8-8017-47FF-93C1-BB40B855E61A}" srcOrd="3" destOrd="0" presId="urn:microsoft.com/office/officeart/2005/8/layout/list1"/>
    <dgm:cxn modelId="{6C1E5C3E-93B1-4E47-AAB4-EE07A4BAEDCB}" type="presParOf" srcId="{BB8EAB8E-38FD-450B-969A-8393635BB6C6}" destId="{A733DBD3-AB77-45F3-A991-3841E2FF19B9}" srcOrd="4" destOrd="0" presId="urn:microsoft.com/office/officeart/2005/8/layout/list1"/>
    <dgm:cxn modelId="{9C01CB7E-90B4-4551-82EB-B60FB0D68938}" type="presParOf" srcId="{A733DBD3-AB77-45F3-A991-3841E2FF19B9}" destId="{FF620735-2223-42D5-B6C2-566C4F72F8B5}" srcOrd="0" destOrd="0" presId="urn:microsoft.com/office/officeart/2005/8/layout/list1"/>
    <dgm:cxn modelId="{D4CAC875-FE4F-4941-892F-413E54A5A11F}" type="presParOf" srcId="{A733DBD3-AB77-45F3-A991-3841E2FF19B9}" destId="{EAC66EEB-4992-40AE-9106-86902D55887C}" srcOrd="1" destOrd="0" presId="urn:microsoft.com/office/officeart/2005/8/layout/list1"/>
    <dgm:cxn modelId="{4AC3FE30-E518-4579-BA5E-942FEC89BBA7}" type="presParOf" srcId="{BB8EAB8E-38FD-450B-969A-8393635BB6C6}" destId="{503E4CD6-1AEE-410B-9B20-3F2B5A578AC1}" srcOrd="5" destOrd="0" presId="urn:microsoft.com/office/officeart/2005/8/layout/list1"/>
    <dgm:cxn modelId="{F3AEC7BA-8819-461D-9593-787E3295CD4A}" type="presParOf" srcId="{BB8EAB8E-38FD-450B-969A-8393635BB6C6}" destId="{EA073957-7FE3-42CA-B83C-3D86154621E9}" srcOrd="6" destOrd="0" presId="urn:microsoft.com/office/officeart/2005/8/layout/list1"/>
    <dgm:cxn modelId="{E5555814-43CB-46B9-AB08-ABF2C535260A}" type="presParOf" srcId="{BB8EAB8E-38FD-450B-969A-8393635BB6C6}" destId="{8BB9F2BE-369C-4AFB-9BF0-20D9FFB5B0CB}" srcOrd="7" destOrd="0" presId="urn:microsoft.com/office/officeart/2005/8/layout/list1"/>
    <dgm:cxn modelId="{99D5A190-4219-438E-BBB4-6085581BDA6A}" type="presParOf" srcId="{BB8EAB8E-38FD-450B-969A-8393635BB6C6}" destId="{28CEC376-D552-4C12-AB8A-D5C6435E5F8F}" srcOrd="8" destOrd="0" presId="urn:microsoft.com/office/officeart/2005/8/layout/list1"/>
    <dgm:cxn modelId="{EF5D29F7-CCC1-4D4A-973E-8A2D311BDE33}" type="presParOf" srcId="{28CEC376-D552-4C12-AB8A-D5C6435E5F8F}" destId="{A2399E34-C706-4122-A3AA-2A70328C63A9}" srcOrd="0" destOrd="0" presId="urn:microsoft.com/office/officeart/2005/8/layout/list1"/>
    <dgm:cxn modelId="{AF98CE3D-8EC2-4D98-8AAC-ADD2196BAA81}" type="presParOf" srcId="{28CEC376-D552-4C12-AB8A-D5C6435E5F8F}" destId="{DCA687C7-C02D-402D-A31D-710DD56200B5}" srcOrd="1" destOrd="0" presId="urn:microsoft.com/office/officeart/2005/8/layout/list1"/>
    <dgm:cxn modelId="{F1FAD7AF-35A6-43A1-B424-0AC5D1BBC081}" type="presParOf" srcId="{BB8EAB8E-38FD-450B-969A-8393635BB6C6}" destId="{EE94BFFA-C9E9-4E16-8606-310C530785D0}" srcOrd="9" destOrd="0" presId="urn:microsoft.com/office/officeart/2005/8/layout/list1"/>
    <dgm:cxn modelId="{68C7D7F8-84CC-47A5-82A6-9CA1E7A555D6}" type="presParOf" srcId="{BB8EAB8E-38FD-450B-969A-8393635BB6C6}" destId="{9D4E1B0D-E69D-4216-B185-AEF1C7786016}" srcOrd="10" destOrd="0" presId="urn:microsoft.com/office/officeart/2005/8/layout/list1"/>
    <dgm:cxn modelId="{A973CEA0-6B4B-49DA-9709-5FA6957C8312}" type="presParOf" srcId="{BB8EAB8E-38FD-450B-969A-8393635BB6C6}" destId="{054254B0-809E-4822-8045-F42C743A7370}" srcOrd="11" destOrd="0" presId="urn:microsoft.com/office/officeart/2005/8/layout/list1"/>
    <dgm:cxn modelId="{ACA3D01E-FE2A-4AD7-AFC5-ED458B9F2117}" type="presParOf" srcId="{BB8EAB8E-38FD-450B-969A-8393635BB6C6}" destId="{4EBD061C-B7FF-456C-94E4-B7CF99A5C5CF}" srcOrd="12" destOrd="0" presId="urn:microsoft.com/office/officeart/2005/8/layout/list1"/>
    <dgm:cxn modelId="{65E0492F-37E6-4528-A5EE-DA0FF9A30E9B}" type="presParOf" srcId="{4EBD061C-B7FF-456C-94E4-B7CF99A5C5CF}" destId="{F7AE65DF-22A3-45BF-BC78-8A101B76E31C}" srcOrd="0" destOrd="0" presId="urn:microsoft.com/office/officeart/2005/8/layout/list1"/>
    <dgm:cxn modelId="{D3C86135-A9A3-4D7E-B792-F2B8BCB22813}" type="presParOf" srcId="{4EBD061C-B7FF-456C-94E4-B7CF99A5C5CF}" destId="{343F1615-8D30-4D5E-BC8E-5201ACE86075}" srcOrd="1" destOrd="0" presId="urn:microsoft.com/office/officeart/2005/8/layout/list1"/>
    <dgm:cxn modelId="{4C1638A4-2D9A-42DD-B48A-7B9316E6E14D}" type="presParOf" srcId="{BB8EAB8E-38FD-450B-969A-8393635BB6C6}" destId="{C44EDA70-9499-44AB-AC85-3C9C4EC44A63}" srcOrd="13" destOrd="0" presId="urn:microsoft.com/office/officeart/2005/8/layout/list1"/>
    <dgm:cxn modelId="{CD8C563E-7615-4AC2-856F-3E0515FD2158}" type="presParOf" srcId="{BB8EAB8E-38FD-450B-969A-8393635BB6C6}" destId="{1706C0D6-20F2-4260-8F72-2A71A2D80B4B}" srcOrd="14" destOrd="0" presId="urn:microsoft.com/office/officeart/2005/8/layout/list1"/>
    <dgm:cxn modelId="{04963C55-7151-4648-A2A8-50F8C5BD3703}" type="presParOf" srcId="{BB8EAB8E-38FD-450B-969A-8393635BB6C6}" destId="{F53B3C4B-981C-49B3-8FB4-06494246F00F}" srcOrd="15" destOrd="0" presId="urn:microsoft.com/office/officeart/2005/8/layout/list1"/>
    <dgm:cxn modelId="{CBE608AA-7031-4335-B52C-76EA99365430}" type="presParOf" srcId="{BB8EAB8E-38FD-450B-969A-8393635BB6C6}" destId="{F5A2541A-0B38-4D7A-A3CA-139A9F7276B5}" srcOrd="16" destOrd="0" presId="urn:microsoft.com/office/officeart/2005/8/layout/list1"/>
    <dgm:cxn modelId="{CDA6EE88-8543-4CD4-9CEC-D0A99408BB98}" type="presParOf" srcId="{F5A2541A-0B38-4D7A-A3CA-139A9F7276B5}" destId="{7D528F46-3F15-4289-BEFD-7E19AB7FFC13}" srcOrd="0" destOrd="0" presId="urn:microsoft.com/office/officeart/2005/8/layout/list1"/>
    <dgm:cxn modelId="{53478330-B369-4A88-B62C-2D27420F1EE3}" type="presParOf" srcId="{F5A2541A-0B38-4D7A-A3CA-139A9F7276B5}" destId="{D1742BE3-2644-487D-99EB-723177396949}" srcOrd="1" destOrd="0" presId="urn:microsoft.com/office/officeart/2005/8/layout/list1"/>
    <dgm:cxn modelId="{AADD2366-5893-4A0D-8348-83FE22DF2E40}" type="presParOf" srcId="{BB8EAB8E-38FD-450B-969A-8393635BB6C6}" destId="{23CAEF85-3E29-49E4-B630-9F4E7ABD0FD1}" srcOrd="17" destOrd="0" presId="urn:microsoft.com/office/officeart/2005/8/layout/list1"/>
    <dgm:cxn modelId="{F0171E45-E045-4765-B6D3-63B0D80ED849}" type="presParOf" srcId="{BB8EAB8E-38FD-450B-969A-8393635BB6C6}" destId="{2E3AEDE2-F265-4819-8B0E-6FA0FC0A96CB}"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952F871-C55F-4519-A259-14B598297315}"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US"/>
        </a:p>
      </dgm:t>
    </dgm:pt>
    <dgm:pt modelId="{698C3418-7EF1-4143-91F2-B2311AC5AA26}">
      <dgm:prSet/>
      <dgm:spPr/>
      <dgm:t>
        <a:bodyPr/>
        <a:lstStyle/>
        <a:p>
          <a:r>
            <a:rPr lang="en-GB" dirty="0" err="1"/>
            <a:t>Eebad</a:t>
          </a:r>
          <a:r>
            <a:rPr lang="en-GB" dirty="0"/>
            <a:t> Reza</a:t>
          </a:r>
          <a:endParaRPr lang="en-US" dirty="0"/>
        </a:p>
      </dgm:t>
    </dgm:pt>
    <dgm:pt modelId="{96A82036-33EB-4F1E-8039-56867FBE240D}" type="parTrans" cxnId="{A025378C-E3A5-462F-AEB1-A3D6C690FD42}">
      <dgm:prSet/>
      <dgm:spPr/>
      <dgm:t>
        <a:bodyPr/>
        <a:lstStyle/>
        <a:p>
          <a:endParaRPr lang="en-US"/>
        </a:p>
      </dgm:t>
    </dgm:pt>
    <dgm:pt modelId="{33E85D7D-DAF2-4C5D-8D3D-AE84354705C9}" type="sibTrans" cxnId="{A025378C-E3A5-462F-AEB1-A3D6C690FD42}">
      <dgm:prSet/>
      <dgm:spPr/>
      <dgm:t>
        <a:bodyPr/>
        <a:lstStyle/>
        <a:p>
          <a:endParaRPr lang="en-US"/>
        </a:p>
      </dgm:t>
    </dgm:pt>
    <dgm:pt modelId="{83E3C3C3-271B-4DA8-BF2D-57BA7952095B}">
      <dgm:prSet phldr="0"/>
      <dgm:spPr/>
      <dgm:t>
        <a:bodyPr/>
        <a:lstStyle/>
        <a:p>
          <a:pPr rtl="0"/>
          <a:r>
            <a:rPr lang="en-GB" dirty="0">
              <a:latin typeface="Calibri Light" panose="020F0302020204030204"/>
            </a:rPr>
            <a:t>Sneha Rani</a:t>
          </a:r>
          <a:endParaRPr lang="en-GB" dirty="0"/>
        </a:p>
      </dgm:t>
    </dgm:pt>
    <dgm:pt modelId="{5CE0DBEF-94E4-4C58-A729-127A25C936A7}" type="parTrans" cxnId="{8E3DD282-AACE-402D-96DA-71A68F521E9E}">
      <dgm:prSet/>
      <dgm:spPr/>
      <dgm:t>
        <a:bodyPr/>
        <a:lstStyle/>
        <a:p>
          <a:endParaRPr lang="en-US"/>
        </a:p>
      </dgm:t>
    </dgm:pt>
    <dgm:pt modelId="{5D984898-D61B-4ABA-A48C-1659FB444C27}" type="sibTrans" cxnId="{8E3DD282-AACE-402D-96DA-71A68F521E9E}">
      <dgm:prSet/>
      <dgm:spPr/>
      <dgm:t>
        <a:bodyPr/>
        <a:lstStyle/>
        <a:p>
          <a:endParaRPr lang="en-US"/>
        </a:p>
      </dgm:t>
    </dgm:pt>
    <dgm:pt modelId="{FADEC121-9199-48A3-AA39-8D0BC2D85A82}">
      <dgm:prSet/>
      <dgm:spPr/>
      <dgm:t>
        <a:bodyPr/>
        <a:lstStyle/>
        <a:p>
          <a:r>
            <a:rPr lang="en-GB" dirty="0"/>
            <a:t>Aakriti Kumari</a:t>
          </a:r>
          <a:endParaRPr lang="en-US" dirty="0"/>
        </a:p>
      </dgm:t>
    </dgm:pt>
    <dgm:pt modelId="{96A9A0B7-5D6A-44B8-B913-4D7A9917243B}" type="parTrans" cxnId="{0C10DC24-63CE-4C66-9202-D0923D7B287F}">
      <dgm:prSet/>
      <dgm:spPr/>
      <dgm:t>
        <a:bodyPr/>
        <a:lstStyle/>
        <a:p>
          <a:endParaRPr lang="en-US"/>
        </a:p>
      </dgm:t>
    </dgm:pt>
    <dgm:pt modelId="{EDDCDA6F-B01B-4897-90F9-77BBE8101667}" type="sibTrans" cxnId="{0C10DC24-63CE-4C66-9202-D0923D7B287F}">
      <dgm:prSet/>
      <dgm:spPr/>
      <dgm:t>
        <a:bodyPr/>
        <a:lstStyle/>
        <a:p>
          <a:endParaRPr lang="en-US"/>
        </a:p>
      </dgm:t>
    </dgm:pt>
    <dgm:pt modelId="{8C64B6BF-F454-461B-93D8-11562B449F59}">
      <dgm:prSet phldr="0"/>
      <dgm:spPr/>
      <dgm:t>
        <a:bodyPr/>
        <a:lstStyle/>
        <a:p>
          <a:pPr rtl="0"/>
          <a:r>
            <a:rPr lang="en-GB" dirty="0">
              <a:latin typeface="Calibri Light" panose="020F0302020204030204"/>
            </a:rPr>
            <a:t>Raj Aryan</a:t>
          </a:r>
          <a:endParaRPr lang="en-GB" dirty="0"/>
        </a:p>
      </dgm:t>
    </dgm:pt>
    <dgm:pt modelId="{5EEBB6D9-308D-41CA-B506-5CED16201FD1}" type="parTrans" cxnId="{F1D97672-0C21-4B12-900D-00F9C6EBCB9B}">
      <dgm:prSet/>
      <dgm:spPr/>
      <dgm:t>
        <a:bodyPr/>
        <a:lstStyle/>
        <a:p>
          <a:endParaRPr lang="en-US"/>
        </a:p>
      </dgm:t>
    </dgm:pt>
    <dgm:pt modelId="{B6C72910-1A4E-460C-9CA1-400DE2074BC3}" type="sibTrans" cxnId="{F1D97672-0C21-4B12-900D-00F9C6EBCB9B}">
      <dgm:prSet/>
      <dgm:spPr/>
      <dgm:t>
        <a:bodyPr/>
        <a:lstStyle/>
        <a:p>
          <a:endParaRPr lang="en-US"/>
        </a:p>
      </dgm:t>
    </dgm:pt>
    <dgm:pt modelId="{D65EAE9A-02F4-4D8A-B516-478546FD2536}" type="pres">
      <dgm:prSet presAssocID="{7952F871-C55F-4519-A259-14B598297315}" presName="linear" presStyleCnt="0">
        <dgm:presLayoutVars>
          <dgm:animLvl val="lvl"/>
          <dgm:resizeHandles val="exact"/>
        </dgm:presLayoutVars>
      </dgm:prSet>
      <dgm:spPr/>
    </dgm:pt>
    <dgm:pt modelId="{0F72667D-5194-4238-A1F0-BFC441696C56}" type="pres">
      <dgm:prSet presAssocID="{698C3418-7EF1-4143-91F2-B2311AC5AA26}" presName="parentText" presStyleLbl="node1" presStyleIdx="0" presStyleCnt="4">
        <dgm:presLayoutVars>
          <dgm:chMax val="0"/>
          <dgm:bulletEnabled val="1"/>
        </dgm:presLayoutVars>
      </dgm:prSet>
      <dgm:spPr/>
    </dgm:pt>
    <dgm:pt modelId="{62E89634-952A-4A8F-9D4B-06A7EA64F35A}" type="pres">
      <dgm:prSet presAssocID="{33E85D7D-DAF2-4C5D-8D3D-AE84354705C9}" presName="spacer" presStyleCnt="0"/>
      <dgm:spPr/>
    </dgm:pt>
    <dgm:pt modelId="{D88A54BE-B0FF-4CEA-A023-9CE4DF89FE4C}" type="pres">
      <dgm:prSet presAssocID="{83E3C3C3-271B-4DA8-BF2D-57BA7952095B}" presName="parentText" presStyleLbl="node1" presStyleIdx="1" presStyleCnt="4">
        <dgm:presLayoutVars>
          <dgm:chMax val="0"/>
          <dgm:bulletEnabled val="1"/>
        </dgm:presLayoutVars>
      </dgm:prSet>
      <dgm:spPr/>
    </dgm:pt>
    <dgm:pt modelId="{106FBD6C-3B2E-4C53-84FE-9BA4D5AF835E}" type="pres">
      <dgm:prSet presAssocID="{5D984898-D61B-4ABA-A48C-1659FB444C27}" presName="spacer" presStyleCnt="0"/>
      <dgm:spPr/>
    </dgm:pt>
    <dgm:pt modelId="{47C9C83A-28E2-4022-9D1D-A78A620E1FD8}" type="pres">
      <dgm:prSet presAssocID="{FADEC121-9199-48A3-AA39-8D0BC2D85A82}" presName="parentText" presStyleLbl="node1" presStyleIdx="2" presStyleCnt="4">
        <dgm:presLayoutVars>
          <dgm:chMax val="0"/>
          <dgm:bulletEnabled val="1"/>
        </dgm:presLayoutVars>
      </dgm:prSet>
      <dgm:spPr/>
    </dgm:pt>
    <dgm:pt modelId="{185D990A-AAC8-4E4A-B162-58BBBE8535DC}" type="pres">
      <dgm:prSet presAssocID="{EDDCDA6F-B01B-4897-90F9-77BBE8101667}" presName="spacer" presStyleCnt="0"/>
      <dgm:spPr/>
    </dgm:pt>
    <dgm:pt modelId="{B3E02620-9CB6-4D38-B3AE-AEB5FFDAFFEC}" type="pres">
      <dgm:prSet presAssocID="{8C64B6BF-F454-461B-93D8-11562B449F59}" presName="parentText" presStyleLbl="node1" presStyleIdx="3" presStyleCnt="4">
        <dgm:presLayoutVars>
          <dgm:chMax val="0"/>
          <dgm:bulletEnabled val="1"/>
        </dgm:presLayoutVars>
      </dgm:prSet>
      <dgm:spPr/>
    </dgm:pt>
  </dgm:ptLst>
  <dgm:cxnLst>
    <dgm:cxn modelId="{A4D47019-3DF1-4296-ACFB-40BC47042DCF}" type="presOf" srcId="{7952F871-C55F-4519-A259-14B598297315}" destId="{D65EAE9A-02F4-4D8A-B516-478546FD2536}" srcOrd="0" destOrd="0" presId="urn:microsoft.com/office/officeart/2005/8/layout/vList2"/>
    <dgm:cxn modelId="{2D004D1B-3AC5-4E8D-B2E3-FA0EEEFCECC0}" type="presOf" srcId="{FADEC121-9199-48A3-AA39-8D0BC2D85A82}" destId="{47C9C83A-28E2-4022-9D1D-A78A620E1FD8}" srcOrd="0" destOrd="0" presId="urn:microsoft.com/office/officeart/2005/8/layout/vList2"/>
    <dgm:cxn modelId="{0C10DC24-63CE-4C66-9202-D0923D7B287F}" srcId="{7952F871-C55F-4519-A259-14B598297315}" destId="{FADEC121-9199-48A3-AA39-8D0BC2D85A82}" srcOrd="2" destOrd="0" parTransId="{96A9A0B7-5D6A-44B8-B913-4D7A9917243B}" sibTransId="{EDDCDA6F-B01B-4897-90F9-77BBE8101667}"/>
    <dgm:cxn modelId="{3EE27D48-6634-4E85-8D2A-F77219523C8F}" type="presOf" srcId="{8C64B6BF-F454-461B-93D8-11562B449F59}" destId="{B3E02620-9CB6-4D38-B3AE-AEB5FFDAFFEC}" srcOrd="0" destOrd="0" presId="urn:microsoft.com/office/officeart/2005/8/layout/vList2"/>
    <dgm:cxn modelId="{F1D97672-0C21-4B12-900D-00F9C6EBCB9B}" srcId="{7952F871-C55F-4519-A259-14B598297315}" destId="{8C64B6BF-F454-461B-93D8-11562B449F59}" srcOrd="3" destOrd="0" parTransId="{5EEBB6D9-308D-41CA-B506-5CED16201FD1}" sibTransId="{B6C72910-1A4E-460C-9CA1-400DE2074BC3}"/>
    <dgm:cxn modelId="{8E3DD282-AACE-402D-96DA-71A68F521E9E}" srcId="{7952F871-C55F-4519-A259-14B598297315}" destId="{83E3C3C3-271B-4DA8-BF2D-57BA7952095B}" srcOrd="1" destOrd="0" parTransId="{5CE0DBEF-94E4-4C58-A729-127A25C936A7}" sibTransId="{5D984898-D61B-4ABA-A48C-1659FB444C27}"/>
    <dgm:cxn modelId="{A025378C-E3A5-462F-AEB1-A3D6C690FD42}" srcId="{7952F871-C55F-4519-A259-14B598297315}" destId="{698C3418-7EF1-4143-91F2-B2311AC5AA26}" srcOrd="0" destOrd="0" parTransId="{96A82036-33EB-4F1E-8039-56867FBE240D}" sibTransId="{33E85D7D-DAF2-4C5D-8D3D-AE84354705C9}"/>
    <dgm:cxn modelId="{C0F2BF96-799F-497F-844F-52E6BC5A6189}" type="presOf" srcId="{83E3C3C3-271B-4DA8-BF2D-57BA7952095B}" destId="{D88A54BE-B0FF-4CEA-A023-9CE4DF89FE4C}" srcOrd="0" destOrd="0" presId="urn:microsoft.com/office/officeart/2005/8/layout/vList2"/>
    <dgm:cxn modelId="{2265BBC2-7672-4160-9DC5-86A8C11E1299}" type="presOf" srcId="{698C3418-7EF1-4143-91F2-B2311AC5AA26}" destId="{0F72667D-5194-4238-A1F0-BFC441696C56}" srcOrd="0" destOrd="0" presId="urn:microsoft.com/office/officeart/2005/8/layout/vList2"/>
    <dgm:cxn modelId="{8ADCC417-D921-4CFA-9878-8934766C646C}" type="presParOf" srcId="{D65EAE9A-02F4-4D8A-B516-478546FD2536}" destId="{0F72667D-5194-4238-A1F0-BFC441696C56}" srcOrd="0" destOrd="0" presId="urn:microsoft.com/office/officeart/2005/8/layout/vList2"/>
    <dgm:cxn modelId="{C3D66096-0600-4198-B46A-19769B299258}" type="presParOf" srcId="{D65EAE9A-02F4-4D8A-B516-478546FD2536}" destId="{62E89634-952A-4A8F-9D4B-06A7EA64F35A}" srcOrd="1" destOrd="0" presId="urn:microsoft.com/office/officeart/2005/8/layout/vList2"/>
    <dgm:cxn modelId="{5061C522-837F-4A5C-BEBA-25B265E45434}" type="presParOf" srcId="{D65EAE9A-02F4-4D8A-B516-478546FD2536}" destId="{D88A54BE-B0FF-4CEA-A023-9CE4DF89FE4C}" srcOrd="2" destOrd="0" presId="urn:microsoft.com/office/officeart/2005/8/layout/vList2"/>
    <dgm:cxn modelId="{F5F17737-C6A5-4E57-B3EB-BDD998715E7E}" type="presParOf" srcId="{D65EAE9A-02F4-4D8A-B516-478546FD2536}" destId="{106FBD6C-3B2E-4C53-84FE-9BA4D5AF835E}" srcOrd="3" destOrd="0" presId="urn:microsoft.com/office/officeart/2005/8/layout/vList2"/>
    <dgm:cxn modelId="{BA3D946D-A54D-45D1-94DC-EDF15E20B5B2}" type="presParOf" srcId="{D65EAE9A-02F4-4D8A-B516-478546FD2536}" destId="{47C9C83A-28E2-4022-9D1D-A78A620E1FD8}" srcOrd="4" destOrd="0" presId="urn:microsoft.com/office/officeart/2005/8/layout/vList2"/>
    <dgm:cxn modelId="{3FE718EB-EF99-4498-A8CA-D8A4CAFFF567}" type="presParOf" srcId="{D65EAE9A-02F4-4D8A-B516-478546FD2536}" destId="{185D990A-AAC8-4E4A-B162-58BBBE8535DC}" srcOrd="5" destOrd="0" presId="urn:microsoft.com/office/officeart/2005/8/layout/vList2"/>
    <dgm:cxn modelId="{75E08F1E-C2DC-47CC-90FF-9280043C210B}" type="presParOf" srcId="{D65EAE9A-02F4-4D8A-B516-478546FD2536}" destId="{B3E02620-9CB6-4D38-B3AE-AEB5FFDAFFE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56CB122-4619-438B-81B9-F39152958AA6}"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45366E78-DEF6-4ABD-B376-9BF890603780}">
      <dgm:prSet/>
      <dgm:spPr/>
      <dgm:t>
        <a:bodyPr/>
        <a:lstStyle/>
        <a:p>
          <a:pPr>
            <a:lnSpc>
              <a:spcPct val="100000"/>
            </a:lnSpc>
            <a:defRPr cap="all"/>
          </a:pPr>
          <a:r>
            <a:rPr lang="en-GB" dirty="0"/>
            <a:t>Sentiment analysis</a:t>
          </a:r>
          <a:endParaRPr lang="en-US" dirty="0"/>
        </a:p>
      </dgm:t>
    </dgm:pt>
    <dgm:pt modelId="{16117E24-A3F7-4A4C-B2E4-C255DE6551D2}" type="parTrans" cxnId="{7041B215-C0B4-483C-981B-A517A6CD1394}">
      <dgm:prSet/>
      <dgm:spPr/>
      <dgm:t>
        <a:bodyPr/>
        <a:lstStyle/>
        <a:p>
          <a:endParaRPr lang="en-US"/>
        </a:p>
      </dgm:t>
    </dgm:pt>
    <dgm:pt modelId="{BF8E8A65-3C50-40AC-A1DE-EF230EE1EA35}" type="sibTrans" cxnId="{7041B215-C0B4-483C-981B-A517A6CD1394}">
      <dgm:prSet/>
      <dgm:spPr/>
      <dgm:t>
        <a:bodyPr/>
        <a:lstStyle/>
        <a:p>
          <a:endParaRPr lang="en-US"/>
        </a:p>
      </dgm:t>
    </dgm:pt>
    <dgm:pt modelId="{5F407DB4-87A7-4D6E-B2BA-A8AD39ADF56C}">
      <dgm:prSet/>
      <dgm:spPr/>
      <dgm:t>
        <a:bodyPr/>
        <a:lstStyle/>
        <a:p>
          <a:pPr>
            <a:lnSpc>
              <a:spcPct val="100000"/>
            </a:lnSpc>
            <a:defRPr cap="all"/>
          </a:pPr>
          <a:r>
            <a:rPr lang="en-GB" dirty="0"/>
            <a:t>Worldwide Shipping</a:t>
          </a:r>
          <a:endParaRPr lang="en-US" dirty="0"/>
        </a:p>
      </dgm:t>
    </dgm:pt>
    <dgm:pt modelId="{85D04F0A-B0C0-41FF-9604-4E20170E3188}" type="parTrans" cxnId="{2E646EEC-67AB-4C6A-ADC4-B608EC44179A}">
      <dgm:prSet/>
      <dgm:spPr/>
      <dgm:t>
        <a:bodyPr/>
        <a:lstStyle/>
        <a:p>
          <a:endParaRPr lang="en-US"/>
        </a:p>
      </dgm:t>
    </dgm:pt>
    <dgm:pt modelId="{B452D503-FDDA-46CD-9A24-1AFF1A8C3BB0}" type="sibTrans" cxnId="{2E646EEC-67AB-4C6A-ADC4-B608EC44179A}">
      <dgm:prSet/>
      <dgm:spPr/>
      <dgm:t>
        <a:bodyPr/>
        <a:lstStyle/>
        <a:p>
          <a:endParaRPr lang="en-US"/>
        </a:p>
      </dgm:t>
    </dgm:pt>
    <dgm:pt modelId="{17A986F5-DF3D-47F5-9D3A-25819B41EF49}">
      <dgm:prSet/>
      <dgm:spPr/>
      <dgm:t>
        <a:bodyPr/>
        <a:lstStyle/>
        <a:p>
          <a:pPr>
            <a:lnSpc>
              <a:spcPct val="100000"/>
            </a:lnSpc>
            <a:defRPr cap="all"/>
          </a:pPr>
          <a:r>
            <a:rPr lang="en-GB" dirty="0"/>
            <a:t>Demand forecasting</a:t>
          </a:r>
          <a:endParaRPr lang="en-US" dirty="0"/>
        </a:p>
      </dgm:t>
    </dgm:pt>
    <dgm:pt modelId="{DFD28EBD-635A-4330-B72F-8BA88660E436}" type="parTrans" cxnId="{F4358FA1-A0F5-4712-90EF-749F38F558C8}">
      <dgm:prSet/>
      <dgm:spPr/>
      <dgm:t>
        <a:bodyPr/>
        <a:lstStyle/>
        <a:p>
          <a:endParaRPr lang="en-US"/>
        </a:p>
      </dgm:t>
    </dgm:pt>
    <dgm:pt modelId="{1747DAF2-5BE1-48CA-8C64-F68F26E548CA}" type="sibTrans" cxnId="{F4358FA1-A0F5-4712-90EF-749F38F558C8}">
      <dgm:prSet/>
      <dgm:spPr/>
      <dgm:t>
        <a:bodyPr/>
        <a:lstStyle/>
        <a:p>
          <a:endParaRPr lang="en-US"/>
        </a:p>
      </dgm:t>
    </dgm:pt>
    <dgm:pt modelId="{5CFFE276-7EDA-48EC-9F03-93D38D510EDF}">
      <dgm:prSet/>
      <dgm:spPr/>
      <dgm:t>
        <a:bodyPr/>
        <a:lstStyle/>
        <a:p>
          <a:pPr>
            <a:lnSpc>
              <a:spcPct val="100000"/>
            </a:lnSpc>
            <a:defRPr cap="all"/>
          </a:pPr>
          <a:r>
            <a:rPr lang="en-GB" dirty="0"/>
            <a:t>Automatic quality checks</a:t>
          </a:r>
          <a:endParaRPr lang="en-US" dirty="0"/>
        </a:p>
      </dgm:t>
    </dgm:pt>
    <dgm:pt modelId="{65BEADC9-E591-4702-8EBF-0D7C6308AE53}" type="parTrans" cxnId="{84F81355-BD1A-49B0-BC46-B9836FB19305}">
      <dgm:prSet/>
      <dgm:spPr/>
      <dgm:t>
        <a:bodyPr/>
        <a:lstStyle/>
        <a:p>
          <a:endParaRPr lang="en-US"/>
        </a:p>
      </dgm:t>
    </dgm:pt>
    <dgm:pt modelId="{D5F8795F-77F1-4CB9-8A11-EBC952F411D4}" type="sibTrans" cxnId="{84F81355-BD1A-49B0-BC46-B9836FB19305}">
      <dgm:prSet/>
      <dgm:spPr/>
      <dgm:t>
        <a:bodyPr/>
        <a:lstStyle/>
        <a:p>
          <a:endParaRPr lang="en-US"/>
        </a:p>
      </dgm:t>
    </dgm:pt>
    <dgm:pt modelId="{13FFA9E9-459D-4F53-A3BE-249E6C6A9C5B}" type="pres">
      <dgm:prSet presAssocID="{C56CB122-4619-438B-81B9-F39152958AA6}" presName="root" presStyleCnt="0">
        <dgm:presLayoutVars>
          <dgm:dir/>
          <dgm:resizeHandles val="exact"/>
        </dgm:presLayoutVars>
      </dgm:prSet>
      <dgm:spPr/>
    </dgm:pt>
    <dgm:pt modelId="{B6AA235C-9F68-4BC1-BF17-2FA552E2DBB1}" type="pres">
      <dgm:prSet presAssocID="{45366E78-DEF6-4ABD-B376-9BF890603780}" presName="compNode" presStyleCnt="0"/>
      <dgm:spPr/>
    </dgm:pt>
    <dgm:pt modelId="{461C889D-AB9D-430E-A7FC-9FCA6A6A75E2}" type="pres">
      <dgm:prSet presAssocID="{45366E78-DEF6-4ABD-B376-9BF890603780}" presName="iconBgRect" presStyleLbl="bgShp" presStyleIdx="0" presStyleCnt="4"/>
      <dgm:spPr>
        <a:prstGeom prst="round2DiagRect">
          <a:avLst>
            <a:gd name="adj1" fmla="val 29727"/>
            <a:gd name="adj2" fmla="val 0"/>
          </a:avLst>
        </a:prstGeom>
      </dgm:spPr>
    </dgm:pt>
    <dgm:pt modelId="{C6D86DD1-E3BC-4537-8442-E554D468B567}" type="pres">
      <dgm:prSet presAssocID="{45366E78-DEF6-4ABD-B376-9BF89060378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miling Face with No Fill"/>
        </a:ext>
      </dgm:extLst>
    </dgm:pt>
    <dgm:pt modelId="{E58696D9-ECE0-4319-A704-7BF2393E14F0}" type="pres">
      <dgm:prSet presAssocID="{45366E78-DEF6-4ABD-B376-9BF890603780}" presName="spaceRect" presStyleCnt="0"/>
      <dgm:spPr/>
    </dgm:pt>
    <dgm:pt modelId="{D8A40038-F478-4733-ACF4-EC0D44EC7071}" type="pres">
      <dgm:prSet presAssocID="{45366E78-DEF6-4ABD-B376-9BF890603780}" presName="textRect" presStyleLbl="revTx" presStyleIdx="0" presStyleCnt="4">
        <dgm:presLayoutVars>
          <dgm:chMax val="1"/>
          <dgm:chPref val="1"/>
        </dgm:presLayoutVars>
      </dgm:prSet>
      <dgm:spPr/>
    </dgm:pt>
    <dgm:pt modelId="{314E81AE-7D70-4DE4-811C-A8DF68C9245C}" type="pres">
      <dgm:prSet presAssocID="{BF8E8A65-3C50-40AC-A1DE-EF230EE1EA35}" presName="sibTrans" presStyleCnt="0"/>
      <dgm:spPr/>
    </dgm:pt>
    <dgm:pt modelId="{6A46E383-6594-4E9A-9782-5A0FBAFE078B}" type="pres">
      <dgm:prSet presAssocID="{5F407DB4-87A7-4D6E-B2BA-A8AD39ADF56C}" presName="compNode" presStyleCnt="0"/>
      <dgm:spPr/>
    </dgm:pt>
    <dgm:pt modelId="{D59498C9-D256-45A7-B9A1-34841366E7A3}" type="pres">
      <dgm:prSet presAssocID="{5F407DB4-87A7-4D6E-B2BA-A8AD39ADF56C}" presName="iconBgRect" presStyleLbl="bgShp" presStyleIdx="1" presStyleCnt="4"/>
      <dgm:spPr>
        <a:prstGeom prst="round2DiagRect">
          <a:avLst>
            <a:gd name="adj1" fmla="val 29727"/>
            <a:gd name="adj2" fmla="val 0"/>
          </a:avLst>
        </a:prstGeom>
      </dgm:spPr>
    </dgm:pt>
    <dgm:pt modelId="{937F8F55-8767-4D3B-A68C-06CBCD456662}" type="pres">
      <dgm:prSet presAssocID="{5F407DB4-87A7-4D6E-B2BA-A8AD39ADF56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arth Globe Americas"/>
        </a:ext>
      </dgm:extLst>
    </dgm:pt>
    <dgm:pt modelId="{4DE7890E-4FED-49D1-B537-ED1AC402D53B}" type="pres">
      <dgm:prSet presAssocID="{5F407DB4-87A7-4D6E-B2BA-A8AD39ADF56C}" presName="spaceRect" presStyleCnt="0"/>
      <dgm:spPr/>
    </dgm:pt>
    <dgm:pt modelId="{92928F06-36E8-4275-A99C-B00BAE6F4EEF}" type="pres">
      <dgm:prSet presAssocID="{5F407DB4-87A7-4D6E-B2BA-A8AD39ADF56C}" presName="textRect" presStyleLbl="revTx" presStyleIdx="1" presStyleCnt="4">
        <dgm:presLayoutVars>
          <dgm:chMax val="1"/>
          <dgm:chPref val="1"/>
        </dgm:presLayoutVars>
      </dgm:prSet>
      <dgm:spPr/>
    </dgm:pt>
    <dgm:pt modelId="{A51FDFB3-C361-4FCC-BBFE-8C7D26F9B015}" type="pres">
      <dgm:prSet presAssocID="{B452D503-FDDA-46CD-9A24-1AFF1A8C3BB0}" presName="sibTrans" presStyleCnt="0"/>
      <dgm:spPr/>
    </dgm:pt>
    <dgm:pt modelId="{400178E3-F6FC-4266-B166-5A5211636A67}" type="pres">
      <dgm:prSet presAssocID="{17A986F5-DF3D-47F5-9D3A-25819B41EF49}" presName="compNode" presStyleCnt="0"/>
      <dgm:spPr/>
    </dgm:pt>
    <dgm:pt modelId="{3B2226BF-AAE7-4441-9E09-CE744EAE972E}" type="pres">
      <dgm:prSet presAssocID="{17A986F5-DF3D-47F5-9D3A-25819B41EF49}" presName="iconBgRect" presStyleLbl="bgShp" presStyleIdx="2" presStyleCnt="4"/>
      <dgm:spPr>
        <a:prstGeom prst="round2DiagRect">
          <a:avLst>
            <a:gd name="adj1" fmla="val 29727"/>
            <a:gd name="adj2" fmla="val 0"/>
          </a:avLst>
        </a:prstGeom>
      </dgm:spPr>
    </dgm:pt>
    <dgm:pt modelId="{C84C0F93-1CE7-46C1-838F-C7374E6C445C}" type="pres">
      <dgm:prSet presAssocID="{17A986F5-DF3D-47F5-9D3A-25819B41EF4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pward trend"/>
        </a:ext>
      </dgm:extLst>
    </dgm:pt>
    <dgm:pt modelId="{36D5258D-A854-4AB9-AE7E-DCE59EC9D2FA}" type="pres">
      <dgm:prSet presAssocID="{17A986F5-DF3D-47F5-9D3A-25819B41EF49}" presName="spaceRect" presStyleCnt="0"/>
      <dgm:spPr/>
    </dgm:pt>
    <dgm:pt modelId="{917C744D-6637-4DAD-9138-252E1AB54D28}" type="pres">
      <dgm:prSet presAssocID="{17A986F5-DF3D-47F5-9D3A-25819B41EF49}" presName="textRect" presStyleLbl="revTx" presStyleIdx="2" presStyleCnt="4">
        <dgm:presLayoutVars>
          <dgm:chMax val="1"/>
          <dgm:chPref val="1"/>
        </dgm:presLayoutVars>
      </dgm:prSet>
      <dgm:spPr/>
    </dgm:pt>
    <dgm:pt modelId="{FC7F66A6-6506-4211-82C0-4AF195DB5896}" type="pres">
      <dgm:prSet presAssocID="{1747DAF2-5BE1-48CA-8C64-F68F26E548CA}" presName="sibTrans" presStyleCnt="0"/>
      <dgm:spPr/>
    </dgm:pt>
    <dgm:pt modelId="{D71E23D4-2677-4D08-9550-EF22FA93B9C6}" type="pres">
      <dgm:prSet presAssocID="{5CFFE276-7EDA-48EC-9F03-93D38D510EDF}" presName="compNode" presStyleCnt="0"/>
      <dgm:spPr/>
    </dgm:pt>
    <dgm:pt modelId="{80DBFF6D-C935-45F0-AFB9-83428F04E3C0}" type="pres">
      <dgm:prSet presAssocID="{5CFFE276-7EDA-48EC-9F03-93D38D510EDF}" presName="iconBgRect" presStyleLbl="bgShp" presStyleIdx="3" presStyleCnt="4"/>
      <dgm:spPr>
        <a:prstGeom prst="round2DiagRect">
          <a:avLst>
            <a:gd name="adj1" fmla="val 29727"/>
            <a:gd name="adj2" fmla="val 0"/>
          </a:avLst>
        </a:prstGeom>
      </dgm:spPr>
    </dgm:pt>
    <dgm:pt modelId="{0040C10B-4BE2-4704-8FBE-00E591437F6A}" type="pres">
      <dgm:prSet presAssocID="{5CFFE276-7EDA-48EC-9F03-93D38D510ED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List"/>
        </a:ext>
      </dgm:extLst>
    </dgm:pt>
    <dgm:pt modelId="{0EC66316-1DC4-489F-AED1-41E80B95E1E0}" type="pres">
      <dgm:prSet presAssocID="{5CFFE276-7EDA-48EC-9F03-93D38D510EDF}" presName="spaceRect" presStyleCnt="0"/>
      <dgm:spPr/>
    </dgm:pt>
    <dgm:pt modelId="{D9D10268-BC56-47C0-81AB-DDDC6E2B1AF6}" type="pres">
      <dgm:prSet presAssocID="{5CFFE276-7EDA-48EC-9F03-93D38D510EDF}" presName="textRect" presStyleLbl="revTx" presStyleIdx="3" presStyleCnt="4">
        <dgm:presLayoutVars>
          <dgm:chMax val="1"/>
          <dgm:chPref val="1"/>
        </dgm:presLayoutVars>
      </dgm:prSet>
      <dgm:spPr/>
    </dgm:pt>
  </dgm:ptLst>
  <dgm:cxnLst>
    <dgm:cxn modelId="{7041B215-C0B4-483C-981B-A517A6CD1394}" srcId="{C56CB122-4619-438B-81B9-F39152958AA6}" destId="{45366E78-DEF6-4ABD-B376-9BF890603780}" srcOrd="0" destOrd="0" parTransId="{16117E24-A3F7-4A4C-B2E4-C255DE6551D2}" sibTransId="{BF8E8A65-3C50-40AC-A1DE-EF230EE1EA35}"/>
    <dgm:cxn modelId="{74D3B44C-96E7-4B44-AFE1-2BB29357F318}" type="presOf" srcId="{5CFFE276-7EDA-48EC-9F03-93D38D510EDF}" destId="{D9D10268-BC56-47C0-81AB-DDDC6E2B1AF6}" srcOrd="0" destOrd="0" presId="urn:microsoft.com/office/officeart/2018/5/layout/IconLeafLabelList"/>
    <dgm:cxn modelId="{84F81355-BD1A-49B0-BC46-B9836FB19305}" srcId="{C56CB122-4619-438B-81B9-F39152958AA6}" destId="{5CFFE276-7EDA-48EC-9F03-93D38D510EDF}" srcOrd="3" destOrd="0" parTransId="{65BEADC9-E591-4702-8EBF-0D7C6308AE53}" sibTransId="{D5F8795F-77F1-4CB9-8A11-EBC952F411D4}"/>
    <dgm:cxn modelId="{DCAB9C75-4940-447D-B227-ACD70D61F460}" type="presOf" srcId="{C56CB122-4619-438B-81B9-F39152958AA6}" destId="{13FFA9E9-459D-4F53-A3BE-249E6C6A9C5B}" srcOrd="0" destOrd="0" presId="urn:microsoft.com/office/officeart/2018/5/layout/IconLeafLabelList"/>
    <dgm:cxn modelId="{5700307A-9A21-43B3-A15C-18D5A436F232}" type="presOf" srcId="{45366E78-DEF6-4ABD-B376-9BF890603780}" destId="{D8A40038-F478-4733-ACF4-EC0D44EC7071}" srcOrd="0" destOrd="0" presId="urn:microsoft.com/office/officeart/2018/5/layout/IconLeafLabelList"/>
    <dgm:cxn modelId="{DBE0E683-9E20-4BF3-81A8-D47ED8C601D3}" type="presOf" srcId="{5F407DB4-87A7-4D6E-B2BA-A8AD39ADF56C}" destId="{92928F06-36E8-4275-A99C-B00BAE6F4EEF}" srcOrd="0" destOrd="0" presId="urn:microsoft.com/office/officeart/2018/5/layout/IconLeafLabelList"/>
    <dgm:cxn modelId="{F4358FA1-A0F5-4712-90EF-749F38F558C8}" srcId="{C56CB122-4619-438B-81B9-F39152958AA6}" destId="{17A986F5-DF3D-47F5-9D3A-25819B41EF49}" srcOrd="2" destOrd="0" parTransId="{DFD28EBD-635A-4330-B72F-8BA88660E436}" sibTransId="{1747DAF2-5BE1-48CA-8C64-F68F26E548CA}"/>
    <dgm:cxn modelId="{EC33D2BC-BEF5-46E2-9796-F918CE91647C}" type="presOf" srcId="{17A986F5-DF3D-47F5-9D3A-25819B41EF49}" destId="{917C744D-6637-4DAD-9138-252E1AB54D28}" srcOrd="0" destOrd="0" presId="urn:microsoft.com/office/officeart/2018/5/layout/IconLeafLabelList"/>
    <dgm:cxn modelId="{2E646EEC-67AB-4C6A-ADC4-B608EC44179A}" srcId="{C56CB122-4619-438B-81B9-F39152958AA6}" destId="{5F407DB4-87A7-4D6E-B2BA-A8AD39ADF56C}" srcOrd="1" destOrd="0" parTransId="{85D04F0A-B0C0-41FF-9604-4E20170E3188}" sibTransId="{B452D503-FDDA-46CD-9A24-1AFF1A8C3BB0}"/>
    <dgm:cxn modelId="{BE9C6813-6BC3-400F-A433-3939BDF36655}" type="presParOf" srcId="{13FFA9E9-459D-4F53-A3BE-249E6C6A9C5B}" destId="{B6AA235C-9F68-4BC1-BF17-2FA552E2DBB1}" srcOrd="0" destOrd="0" presId="urn:microsoft.com/office/officeart/2018/5/layout/IconLeafLabelList"/>
    <dgm:cxn modelId="{ABD4AEC2-74E4-4C50-A4F7-5B371D806007}" type="presParOf" srcId="{B6AA235C-9F68-4BC1-BF17-2FA552E2DBB1}" destId="{461C889D-AB9D-430E-A7FC-9FCA6A6A75E2}" srcOrd="0" destOrd="0" presId="urn:microsoft.com/office/officeart/2018/5/layout/IconLeafLabelList"/>
    <dgm:cxn modelId="{92DF8860-1BA5-41EE-9EAF-F491CC7F183B}" type="presParOf" srcId="{B6AA235C-9F68-4BC1-BF17-2FA552E2DBB1}" destId="{C6D86DD1-E3BC-4537-8442-E554D468B567}" srcOrd="1" destOrd="0" presId="urn:microsoft.com/office/officeart/2018/5/layout/IconLeafLabelList"/>
    <dgm:cxn modelId="{59B07863-CA1A-49F6-A638-24E5B1467C11}" type="presParOf" srcId="{B6AA235C-9F68-4BC1-BF17-2FA552E2DBB1}" destId="{E58696D9-ECE0-4319-A704-7BF2393E14F0}" srcOrd="2" destOrd="0" presId="urn:microsoft.com/office/officeart/2018/5/layout/IconLeafLabelList"/>
    <dgm:cxn modelId="{36F48251-79EA-439B-B22B-1C1DD0F3C120}" type="presParOf" srcId="{B6AA235C-9F68-4BC1-BF17-2FA552E2DBB1}" destId="{D8A40038-F478-4733-ACF4-EC0D44EC7071}" srcOrd="3" destOrd="0" presId="urn:microsoft.com/office/officeart/2018/5/layout/IconLeafLabelList"/>
    <dgm:cxn modelId="{06CD72C0-1C48-466F-99FE-294888B7C2A4}" type="presParOf" srcId="{13FFA9E9-459D-4F53-A3BE-249E6C6A9C5B}" destId="{314E81AE-7D70-4DE4-811C-A8DF68C9245C}" srcOrd="1" destOrd="0" presId="urn:microsoft.com/office/officeart/2018/5/layout/IconLeafLabelList"/>
    <dgm:cxn modelId="{4144FAB3-975B-4E52-A2D9-F67D4ABE73C0}" type="presParOf" srcId="{13FFA9E9-459D-4F53-A3BE-249E6C6A9C5B}" destId="{6A46E383-6594-4E9A-9782-5A0FBAFE078B}" srcOrd="2" destOrd="0" presId="urn:microsoft.com/office/officeart/2018/5/layout/IconLeafLabelList"/>
    <dgm:cxn modelId="{C9C9277D-66E1-4ED9-B09E-0D2BF85E457C}" type="presParOf" srcId="{6A46E383-6594-4E9A-9782-5A0FBAFE078B}" destId="{D59498C9-D256-45A7-B9A1-34841366E7A3}" srcOrd="0" destOrd="0" presId="urn:microsoft.com/office/officeart/2018/5/layout/IconLeafLabelList"/>
    <dgm:cxn modelId="{5D935FF4-07AD-489C-8121-046C64F9D118}" type="presParOf" srcId="{6A46E383-6594-4E9A-9782-5A0FBAFE078B}" destId="{937F8F55-8767-4D3B-A68C-06CBCD456662}" srcOrd="1" destOrd="0" presId="urn:microsoft.com/office/officeart/2018/5/layout/IconLeafLabelList"/>
    <dgm:cxn modelId="{F05DC4D9-771B-41EF-9C64-B17F41E17EB0}" type="presParOf" srcId="{6A46E383-6594-4E9A-9782-5A0FBAFE078B}" destId="{4DE7890E-4FED-49D1-B537-ED1AC402D53B}" srcOrd="2" destOrd="0" presId="urn:microsoft.com/office/officeart/2018/5/layout/IconLeafLabelList"/>
    <dgm:cxn modelId="{D48AFC7C-120E-4FAC-8E59-6B75BE3A8941}" type="presParOf" srcId="{6A46E383-6594-4E9A-9782-5A0FBAFE078B}" destId="{92928F06-36E8-4275-A99C-B00BAE6F4EEF}" srcOrd="3" destOrd="0" presId="urn:microsoft.com/office/officeart/2018/5/layout/IconLeafLabelList"/>
    <dgm:cxn modelId="{60761BD3-AD33-429B-AC7D-E205A1329187}" type="presParOf" srcId="{13FFA9E9-459D-4F53-A3BE-249E6C6A9C5B}" destId="{A51FDFB3-C361-4FCC-BBFE-8C7D26F9B015}" srcOrd="3" destOrd="0" presId="urn:microsoft.com/office/officeart/2018/5/layout/IconLeafLabelList"/>
    <dgm:cxn modelId="{72C4FF4D-CFA7-43D6-897D-6DE49CDBFC46}" type="presParOf" srcId="{13FFA9E9-459D-4F53-A3BE-249E6C6A9C5B}" destId="{400178E3-F6FC-4266-B166-5A5211636A67}" srcOrd="4" destOrd="0" presId="urn:microsoft.com/office/officeart/2018/5/layout/IconLeafLabelList"/>
    <dgm:cxn modelId="{0B7D9147-5FDB-45AF-99E8-0D070D563F75}" type="presParOf" srcId="{400178E3-F6FC-4266-B166-5A5211636A67}" destId="{3B2226BF-AAE7-4441-9E09-CE744EAE972E}" srcOrd="0" destOrd="0" presId="urn:microsoft.com/office/officeart/2018/5/layout/IconLeafLabelList"/>
    <dgm:cxn modelId="{E4E0B4F7-C02E-4F04-8898-27CF8F4665D9}" type="presParOf" srcId="{400178E3-F6FC-4266-B166-5A5211636A67}" destId="{C84C0F93-1CE7-46C1-838F-C7374E6C445C}" srcOrd="1" destOrd="0" presId="urn:microsoft.com/office/officeart/2018/5/layout/IconLeafLabelList"/>
    <dgm:cxn modelId="{FBDDD48C-3948-422E-AA15-D534573A9D26}" type="presParOf" srcId="{400178E3-F6FC-4266-B166-5A5211636A67}" destId="{36D5258D-A854-4AB9-AE7E-DCE59EC9D2FA}" srcOrd="2" destOrd="0" presId="urn:microsoft.com/office/officeart/2018/5/layout/IconLeafLabelList"/>
    <dgm:cxn modelId="{5D2DE4AA-BFDE-47EE-94EF-C61C7F3D98DA}" type="presParOf" srcId="{400178E3-F6FC-4266-B166-5A5211636A67}" destId="{917C744D-6637-4DAD-9138-252E1AB54D28}" srcOrd="3" destOrd="0" presId="urn:microsoft.com/office/officeart/2018/5/layout/IconLeafLabelList"/>
    <dgm:cxn modelId="{A1042601-53B2-466C-866F-247BE9542D01}" type="presParOf" srcId="{13FFA9E9-459D-4F53-A3BE-249E6C6A9C5B}" destId="{FC7F66A6-6506-4211-82C0-4AF195DB5896}" srcOrd="5" destOrd="0" presId="urn:microsoft.com/office/officeart/2018/5/layout/IconLeafLabelList"/>
    <dgm:cxn modelId="{873B0BD3-3FFF-416C-B04C-9BAE1A8CD415}" type="presParOf" srcId="{13FFA9E9-459D-4F53-A3BE-249E6C6A9C5B}" destId="{D71E23D4-2677-4D08-9550-EF22FA93B9C6}" srcOrd="6" destOrd="0" presId="urn:microsoft.com/office/officeart/2018/5/layout/IconLeafLabelList"/>
    <dgm:cxn modelId="{0327228D-D8D9-4D7B-B8EC-94CB0068EF58}" type="presParOf" srcId="{D71E23D4-2677-4D08-9550-EF22FA93B9C6}" destId="{80DBFF6D-C935-45F0-AFB9-83428F04E3C0}" srcOrd="0" destOrd="0" presId="urn:microsoft.com/office/officeart/2018/5/layout/IconLeafLabelList"/>
    <dgm:cxn modelId="{93BE9A24-9D28-4808-80E0-DB6139F01D9E}" type="presParOf" srcId="{D71E23D4-2677-4D08-9550-EF22FA93B9C6}" destId="{0040C10B-4BE2-4704-8FBE-00E591437F6A}" srcOrd="1" destOrd="0" presId="urn:microsoft.com/office/officeart/2018/5/layout/IconLeafLabelList"/>
    <dgm:cxn modelId="{A490E646-9005-4727-9A04-70604E9DBE59}" type="presParOf" srcId="{D71E23D4-2677-4D08-9550-EF22FA93B9C6}" destId="{0EC66316-1DC4-489F-AED1-41E80B95E1E0}" srcOrd="2" destOrd="0" presId="urn:microsoft.com/office/officeart/2018/5/layout/IconLeafLabelList"/>
    <dgm:cxn modelId="{A0663682-B98E-46EB-99E3-FD026A33CE27}" type="presParOf" srcId="{D71E23D4-2677-4D08-9550-EF22FA93B9C6}" destId="{D9D10268-BC56-47C0-81AB-DDDC6E2B1AF6}"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5DDA63-164B-492E-8C4E-23F533AE4BB6}">
      <dsp:nvSpPr>
        <dsp:cNvPr id="0" name=""/>
        <dsp:cNvSpPr/>
      </dsp:nvSpPr>
      <dsp:spPr>
        <a:xfrm>
          <a:off x="0" y="348397"/>
          <a:ext cx="6192319" cy="52920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5A817AA2-395F-4935-A36B-5AD40E6F8EDA}">
      <dsp:nvSpPr>
        <dsp:cNvPr id="0" name=""/>
        <dsp:cNvSpPr/>
      </dsp:nvSpPr>
      <dsp:spPr>
        <a:xfrm>
          <a:off x="309615" y="38437"/>
          <a:ext cx="4334623" cy="61992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3838" tIns="0" rIns="163838" bIns="0" numCol="1" spcCol="1270" anchor="ctr" anchorCtr="0">
          <a:noAutofit/>
        </a:bodyPr>
        <a:lstStyle/>
        <a:p>
          <a:pPr marL="0" lvl="0" indent="0" algn="l" defTabSz="933450">
            <a:lnSpc>
              <a:spcPct val="90000"/>
            </a:lnSpc>
            <a:spcBef>
              <a:spcPct val="0"/>
            </a:spcBef>
            <a:spcAft>
              <a:spcPct val="35000"/>
            </a:spcAft>
            <a:buNone/>
          </a:pPr>
          <a:r>
            <a:rPr lang="en-GB" sz="2100" kern="1200" dirty="0"/>
            <a:t>Our Team</a:t>
          </a:r>
          <a:endParaRPr lang="en-US" sz="2100" kern="1200" dirty="0"/>
        </a:p>
      </dsp:txBody>
      <dsp:txXfrm>
        <a:off x="339877" y="68699"/>
        <a:ext cx="4274099" cy="559396"/>
      </dsp:txXfrm>
    </dsp:sp>
    <dsp:sp modelId="{EA073957-7FE3-42CA-B83C-3D86154621E9}">
      <dsp:nvSpPr>
        <dsp:cNvPr id="0" name=""/>
        <dsp:cNvSpPr/>
      </dsp:nvSpPr>
      <dsp:spPr>
        <a:xfrm>
          <a:off x="0" y="1300957"/>
          <a:ext cx="6192319" cy="529200"/>
        </a:xfrm>
        <a:prstGeom prst="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EAC66EEB-4992-40AE-9106-86902D55887C}">
      <dsp:nvSpPr>
        <dsp:cNvPr id="0" name=""/>
        <dsp:cNvSpPr/>
      </dsp:nvSpPr>
      <dsp:spPr>
        <a:xfrm>
          <a:off x="309615" y="990997"/>
          <a:ext cx="4334623" cy="61992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3838" tIns="0" rIns="163838" bIns="0" numCol="1" spcCol="1270" anchor="ctr" anchorCtr="0">
          <a:noAutofit/>
        </a:bodyPr>
        <a:lstStyle/>
        <a:p>
          <a:pPr marL="0" lvl="0" indent="0" algn="l" defTabSz="933450">
            <a:lnSpc>
              <a:spcPct val="90000"/>
            </a:lnSpc>
            <a:spcBef>
              <a:spcPct val="0"/>
            </a:spcBef>
            <a:spcAft>
              <a:spcPct val="35000"/>
            </a:spcAft>
            <a:buNone/>
          </a:pPr>
          <a:r>
            <a:rPr lang="en-GB" sz="2100" kern="1200" dirty="0"/>
            <a:t>Understanding Problem Statement</a:t>
          </a:r>
          <a:endParaRPr lang="en-US" sz="2100" kern="1200" dirty="0"/>
        </a:p>
      </dsp:txBody>
      <dsp:txXfrm>
        <a:off x="339877" y="1021259"/>
        <a:ext cx="4274099" cy="559396"/>
      </dsp:txXfrm>
    </dsp:sp>
    <dsp:sp modelId="{9D4E1B0D-E69D-4216-B185-AEF1C7786016}">
      <dsp:nvSpPr>
        <dsp:cNvPr id="0" name=""/>
        <dsp:cNvSpPr/>
      </dsp:nvSpPr>
      <dsp:spPr>
        <a:xfrm>
          <a:off x="0" y="2253517"/>
          <a:ext cx="6192319" cy="529200"/>
        </a:xfrm>
        <a:prstGeom prst="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DCA687C7-C02D-402D-A31D-710DD56200B5}">
      <dsp:nvSpPr>
        <dsp:cNvPr id="0" name=""/>
        <dsp:cNvSpPr/>
      </dsp:nvSpPr>
      <dsp:spPr>
        <a:xfrm>
          <a:off x="309615" y="1943557"/>
          <a:ext cx="4334623" cy="619920"/>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3838" tIns="0" rIns="163838" bIns="0" numCol="1" spcCol="1270" anchor="ctr" anchorCtr="0">
          <a:noAutofit/>
        </a:bodyPr>
        <a:lstStyle/>
        <a:p>
          <a:pPr marL="0" lvl="0" indent="0" algn="l" defTabSz="933450">
            <a:lnSpc>
              <a:spcPct val="90000"/>
            </a:lnSpc>
            <a:spcBef>
              <a:spcPct val="0"/>
            </a:spcBef>
            <a:spcAft>
              <a:spcPct val="35000"/>
            </a:spcAft>
            <a:buNone/>
          </a:pPr>
          <a:r>
            <a:rPr lang="en-GB" sz="2100" kern="1200" dirty="0"/>
            <a:t>Our Solution</a:t>
          </a:r>
          <a:endParaRPr lang="en-US" sz="2100" kern="1200" dirty="0"/>
        </a:p>
      </dsp:txBody>
      <dsp:txXfrm>
        <a:off x="339877" y="1973819"/>
        <a:ext cx="4274099" cy="559396"/>
      </dsp:txXfrm>
    </dsp:sp>
    <dsp:sp modelId="{1706C0D6-20F2-4260-8F72-2A71A2D80B4B}">
      <dsp:nvSpPr>
        <dsp:cNvPr id="0" name=""/>
        <dsp:cNvSpPr/>
      </dsp:nvSpPr>
      <dsp:spPr>
        <a:xfrm>
          <a:off x="0" y="3206078"/>
          <a:ext cx="6192319" cy="529200"/>
        </a:xfrm>
        <a:prstGeom prst="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343F1615-8D30-4D5E-BC8E-5201ACE86075}">
      <dsp:nvSpPr>
        <dsp:cNvPr id="0" name=""/>
        <dsp:cNvSpPr/>
      </dsp:nvSpPr>
      <dsp:spPr>
        <a:xfrm>
          <a:off x="309615" y="2896118"/>
          <a:ext cx="4334623" cy="61992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3838" tIns="0" rIns="163838" bIns="0" numCol="1" spcCol="1270" anchor="ctr" anchorCtr="0">
          <a:noAutofit/>
        </a:bodyPr>
        <a:lstStyle/>
        <a:p>
          <a:pPr marL="0" lvl="0" indent="0" algn="l" defTabSz="933450">
            <a:lnSpc>
              <a:spcPct val="90000"/>
            </a:lnSpc>
            <a:spcBef>
              <a:spcPct val="0"/>
            </a:spcBef>
            <a:spcAft>
              <a:spcPct val="35000"/>
            </a:spcAft>
            <a:buNone/>
          </a:pPr>
          <a:r>
            <a:rPr lang="en-GB" sz="2100" kern="1200" dirty="0"/>
            <a:t>Execution Plan</a:t>
          </a:r>
          <a:endParaRPr lang="en-US" sz="2100" kern="1200" dirty="0"/>
        </a:p>
      </dsp:txBody>
      <dsp:txXfrm>
        <a:off x="339877" y="2926380"/>
        <a:ext cx="4274099" cy="559396"/>
      </dsp:txXfrm>
    </dsp:sp>
    <dsp:sp modelId="{2E3AEDE2-F265-4819-8B0E-6FA0FC0A96CB}">
      <dsp:nvSpPr>
        <dsp:cNvPr id="0" name=""/>
        <dsp:cNvSpPr/>
      </dsp:nvSpPr>
      <dsp:spPr>
        <a:xfrm>
          <a:off x="0" y="4158638"/>
          <a:ext cx="6192319" cy="529200"/>
        </a:xfrm>
        <a:prstGeom prst="rect">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D1742BE3-2644-487D-99EB-723177396949}">
      <dsp:nvSpPr>
        <dsp:cNvPr id="0" name=""/>
        <dsp:cNvSpPr/>
      </dsp:nvSpPr>
      <dsp:spPr>
        <a:xfrm>
          <a:off x="309615" y="3848678"/>
          <a:ext cx="4334623" cy="619920"/>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3838" tIns="0" rIns="163838" bIns="0" numCol="1" spcCol="1270" anchor="ctr" anchorCtr="0">
          <a:noAutofit/>
        </a:bodyPr>
        <a:lstStyle/>
        <a:p>
          <a:pPr marL="0" lvl="0" indent="0" algn="l" defTabSz="933450">
            <a:lnSpc>
              <a:spcPct val="90000"/>
            </a:lnSpc>
            <a:spcBef>
              <a:spcPct val="0"/>
            </a:spcBef>
            <a:spcAft>
              <a:spcPct val="35000"/>
            </a:spcAft>
            <a:buNone/>
          </a:pPr>
          <a:r>
            <a:rPr lang="en-GB" sz="2100" kern="1200" dirty="0">
              <a:latin typeface="Calibri Light" panose="020F0302020204030204"/>
            </a:rPr>
            <a:t>Credits</a:t>
          </a:r>
        </a:p>
      </dsp:txBody>
      <dsp:txXfrm>
        <a:off x="339877" y="3878940"/>
        <a:ext cx="4274099" cy="5593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72667D-5194-4238-A1F0-BFC441696C56}">
      <dsp:nvSpPr>
        <dsp:cNvPr id="0" name=""/>
        <dsp:cNvSpPr/>
      </dsp:nvSpPr>
      <dsp:spPr>
        <a:xfrm>
          <a:off x="0" y="31779"/>
          <a:ext cx="5558489" cy="98338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GB" sz="4100" kern="1200" dirty="0" err="1"/>
            <a:t>Eebad</a:t>
          </a:r>
          <a:r>
            <a:rPr lang="en-GB" sz="4100" kern="1200" dirty="0"/>
            <a:t> Reza</a:t>
          </a:r>
          <a:endParaRPr lang="en-US" sz="4100" kern="1200" dirty="0"/>
        </a:p>
      </dsp:txBody>
      <dsp:txXfrm>
        <a:off x="48005" y="79784"/>
        <a:ext cx="5462479" cy="887374"/>
      </dsp:txXfrm>
    </dsp:sp>
    <dsp:sp modelId="{D88A54BE-B0FF-4CEA-A023-9CE4DF89FE4C}">
      <dsp:nvSpPr>
        <dsp:cNvPr id="0" name=""/>
        <dsp:cNvSpPr/>
      </dsp:nvSpPr>
      <dsp:spPr>
        <a:xfrm>
          <a:off x="0" y="1133244"/>
          <a:ext cx="5558489" cy="983384"/>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rtl="0">
            <a:lnSpc>
              <a:spcPct val="90000"/>
            </a:lnSpc>
            <a:spcBef>
              <a:spcPct val="0"/>
            </a:spcBef>
            <a:spcAft>
              <a:spcPct val="35000"/>
            </a:spcAft>
            <a:buNone/>
          </a:pPr>
          <a:r>
            <a:rPr lang="en-GB" sz="4100" kern="1200" dirty="0">
              <a:latin typeface="Calibri Light" panose="020F0302020204030204"/>
            </a:rPr>
            <a:t>Sneha Rani</a:t>
          </a:r>
          <a:endParaRPr lang="en-GB" sz="4100" kern="1200" dirty="0"/>
        </a:p>
      </dsp:txBody>
      <dsp:txXfrm>
        <a:off x="48005" y="1181249"/>
        <a:ext cx="5462479" cy="887374"/>
      </dsp:txXfrm>
    </dsp:sp>
    <dsp:sp modelId="{47C9C83A-28E2-4022-9D1D-A78A620E1FD8}">
      <dsp:nvSpPr>
        <dsp:cNvPr id="0" name=""/>
        <dsp:cNvSpPr/>
      </dsp:nvSpPr>
      <dsp:spPr>
        <a:xfrm>
          <a:off x="0" y="2234709"/>
          <a:ext cx="5558489" cy="983384"/>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GB" sz="4100" kern="1200" dirty="0"/>
            <a:t>Aakriti Kumari</a:t>
          </a:r>
          <a:endParaRPr lang="en-US" sz="4100" kern="1200" dirty="0"/>
        </a:p>
      </dsp:txBody>
      <dsp:txXfrm>
        <a:off x="48005" y="2282714"/>
        <a:ext cx="5462479" cy="887374"/>
      </dsp:txXfrm>
    </dsp:sp>
    <dsp:sp modelId="{B3E02620-9CB6-4D38-B3AE-AEB5FFDAFFEC}">
      <dsp:nvSpPr>
        <dsp:cNvPr id="0" name=""/>
        <dsp:cNvSpPr/>
      </dsp:nvSpPr>
      <dsp:spPr>
        <a:xfrm>
          <a:off x="0" y="3336174"/>
          <a:ext cx="5558489" cy="983384"/>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rtl="0">
            <a:lnSpc>
              <a:spcPct val="90000"/>
            </a:lnSpc>
            <a:spcBef>
              <a:spcPct val="0"/>
            </a:spcBef>
            <a:spcAft>
              <a:spcPct val="35000"/>
            </a:spcAft>
            <a:buNone/>
          </a:pPr>
          <a:r>
            <a:rPr lang="en-GB" sz="4100" kern="1200" dirty="0">
              <a:latin typeface="Calibri Light" panose="020F0302020204030204"/>
            </a:rPr>
            <a:t>Raj Aryan</a:t>
          </a:r>
          <a:endParaRPr lang="en-GB" sz="4100" kern="1200" dirty="0"/>
        </a:p>
      </dsp:txBody>
      <dsp:txXfrm>
        <a:off x="48005" y="3384179"/>
        <a:ext cx="5462479" cy="88737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1C889D-AB9D-430E-A7FC-9FCA6A6A75E2}">
      <dsp:nvSpPr>
        <dsp:cNvPr id="0" name=""/>
        <dsp:cNvSpPr/>
      </dsp:nvSpPr>
      <dsp:spPr>
        <a:xfrm>
          <a:off x="973190" y="986724"/>
          <a:ext cx="1264141" cy="1264141"/>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D86DD1-E3BC-4537-8442-E554D468B567}">
      <dsp:nvSpPr>
        <dsp:cNvPr id="0" name=""/>
        <dsp:cNvSpPr/>
      </dsp:nvSpPr>
      <dsp:spPr>
        <a:xfrm>
          <a:off x="1242597" y="1256131"/>
          <a:ext cx="725326" cy="72532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8A40038-F478-4733-ACF4-EC0D44EC7071}">
      <dsp:nvSpPr>
        <dsp:cNvPr id="0" name=""/>
        <dsp:cNvSpPr/>
      </dsp:nvSpPr>
      <dsp:spPr>
        <a:xfrm>
          <a:off x="569079"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GB" sz="2300" kern="1200" dirty="0"/>
            <a:t>Sentiment analysis</a:t>
          </a:r>
          <a:endParaRPr lang="en-US" sz="2300" kern="1200" dirty="0"/>
        </a:p>
      </dsp:txBody>
      <dsp:txXfrm>
        <a:off x="569079" y="2644614"/>
        <a:ext cx="2072362" cy="720000"/>
      </dsp:txXfrm>
    </dsp:sp>
    <dsp:sp modelId="{D59498C9-D256-45A7-B9A1-34841366E7A3}">
      <dsp:nvSpPr>
        <dsp:cNvPr id="0" name=""/>
        <dsp:cNvSpPr/>
      </dsp:nvSpPr>
      <dsp:spPr>
        <a:xfrm>
          <a:off x="3408216" y="986724"/>
          <a:ext cx="1264141" cy="1264141"/>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7F8F55-8767-4D3B-A68C-06CBCD456662}">
      <dsp:nvSpPr>
        <dsp:cNvPr id="0" name=""/>
        <dsp:cNvSpPr/>
      </dsp:nvSpPr>
      <dsp:spPr>
        <a:xfrm>
          <a:off x="3677623" y="1256131"/>
          <a:ext cx="725326" cy="72532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928F06-36E8-4275-A99C-B00BAE6F4EEF}">
      <dsp:nvSpPr>
        <dsp:cNvPr id="0" name=""/>
        <dsp:cNvSpPr/>
      </dsp:nvSpPr>
      <dsp:spPr>
        <a:xfrm>
          <a:off x="3004105"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GB" sz="2300" kern="1200" dirty="0"/>
            <a:t>Worldwide Shipping</a:t>
          </a:r>
          <a:endParaRPr lang="en-US" sz="2300" kern="1200" dirty="0"/>
        </a:p>
      </dsp:txBody>
      <dsp:txXfrm>
        <a:off x="3004105" y="2644614"/>
        <a:ext cx="2072362" cy="720000"/>
      </dsp:txXfrm>
    </dsp:sp>
    <dsp:sp modelId="{3B2226BF-AAE7-4441-9E09-CE744EAE972E}">
      <dsp:nvSpPr>
        <dsp:cNvPr id="0" name=""/>
        <dsp:cNvSpPr/>
      </dsp:nvSpPr>
      <dsp:spPr>
        <a:xfrm>
          <a:off x="5843242" y="986724"/>
          <a:ext cx="1264141" cy="1264141"/>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4C0F93-1CE7-46C1-838F-C7374E6C445C}">
      <dsp:nvSpPr>
        <dsp:cNvPr id="0" name=""/>
        <dsp:cNvSpPr/>
      </dsp:nvSpPr>
      <dsp:spPr>
        <a:xfrm>
          <a:off x="6112649" y="1256131"/>
          <a:ext cx="725326" cy="72532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17C744D-6637-4DAD-9138-252E1AB54D28}">
      <dsp:nvSpPr>
        <dsp:cNvPr id="0" name=""/>
        <dsp:cNvSpPr/>
      </dsp:nvSpPr>
      <dsp:spPr>
        <a:xfrm>
          <a:off x="5439131"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GB" sz="2300" kern="1200" dirty="0"/>
            <a:t>Demand forecasting</a:t>
          </a:r>
          <a:endParaRPr lang="en-US" sz="2300" kern="1200" dirty="0"/>
        </a:p>
      </dsp:txBody>
      <dsp:txXfrm>
        <a:off x="5439131" y="2644614"/>
        <a:ext cx="2072362" cy="720000"/>
      </dsp:txXfrm>
    </dsp:sp>
    <dsp:sp modelId="{80DBFF6D-C935-45F0-AFB9-83428F04E3C0}">
      <dsp:nvSpPr>
        <dsp:cNvPr id="0" name=""/>
        <dsp:cNvSpPr/>
      </dsp:nvSpPr>
      <dsp:spPr>
        <a:xfrm>
          <a:off x="8278268" y="986724"/>
          <a:ext cx="1264141" cy="1264141"/>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40C10B-4BE2-4704-8FBE-00E591437F6A}">
      <dsp:nvSpPr>
        <dsp:cNvPr id="0" name=""/>
        <dsp:cNvSpPr/>
      </dsp:nvSpPr>
      <dsp:spPr>
        <a:xfrm>
          <a:off x="8547675" y="1256131"/>
          <a:ext cx="725326" cy="72532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9D10268-BC56-47C0-81AB-DDDC6E2B1AF6}">
      <dsp:nvSpPr>
        <dsp:cNvPr id="0" name=""/>
        <dsp:cNvSpPr/>
      </dsp:nvSpPr>
      <dsp:spPr>
        <a:xfrm>
          <a:off x="7874157" y="2644614"/>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GB" sz="2300" kern="1200" dirty="0"/>
            <a:t>Automatic quality checks</a:t>
          </a:r>
          <a:endParaRPr lang="en-US" sz="2300" kern="1200" dirty="0"/>
        </a:p>
      </dsp:txBody>
      <dsp:txXfrm>
        <a:off x="7874157" y="2644614"/>
        <a:ext cx="2072362"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6/26/2022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6/26/2022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6/26/2022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6/26/2022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26/06/2022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26/06/2022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26/06/2022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26/06/2022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26/06/2022</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26/06/2022</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26/06/2022</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26/06/2022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26/06/2022</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26/06/2022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26/06/2022</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D2605-DE69-5912-45F4-DFF2322585E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1ACEF9C-0994-8BB0-83B4-03152C3B40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6A4C8CD-62B5-6E4A-1E6D-813590AFC77A}"/>
              </a:ext>
            </a:extLst>
          </p:cNvPr>
          <p:cNvSpPr>
            <a:spLocks noGrp="1"/>
          </p:cNvSpPr>
          <p:nvPr>
            <p:ph type="dt" sz="half" idx="10"/>
          </p:nvPr>
        </p:nvSpPr>
        <p:spPr/>
        <p:txBody>
          <a:bodyPr/>
          <a:lstStyle/>
          <a:p>
            <a:fld id="{004D2E11-B1F6-4915-BA0F-4B60EEA39DA1}" type="datetimeFigureOut">
              <a:rPr lang="en-IN" smtClean="0"/>
              <a:t>26-06-2022</a:t>
            </a:fld>
            <a:endParaRPr lang="en-IN"/>
          </a:p>
        </p:txBody>
      </p:sp>
      <p:sp>
        <p:nvSpPr>
          <p:cNvPr id="5" name="Footer Placeholder 4">
            <a:extLst>
              <a:ext uri="{FF2B5EF4-FFF2-40B4-BE49-F238E27FC236}">
                <a16:creationId xmlns:a16="http://schemas.microsoft.com/office/drawing/2014/main" id="{5D5E0632-7E0C-B049-8A1B-754F1BCB83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D6CC80-E04D-46A9-21EF-4DAB8A204B13}"/>
              </a:ext>
            </a:extLst>
          </p:cNvPr>
          <p:cNvSpPr>
            <a:spLocks noGrp="1"/>
          </p:cNvSpPr>
          <p:nvPr>
            <p:ph type="sldNum" sz="quarter" idx="12"/>
          </p:nvPr>
        </p:nvSpPr>
        <p:spPr/>
        <p:txBody>
          <a:bodyPr/>
          <a:lstStyle/>
          <a:p>
            <a:fld id="{47096827-1DF1-440B-A130-62D63B6BBDF2}" type="slidenum">
              <a:rPr lang="en-IN" smtClean="0"/>
              <a:t>‹#›</a:t>
            </a:fld>
            <a:endParaRPr lang="en-IN"/>
          </a:p>
        </p:txBody>
      </p:sp>
    </p:spTree>
    <p:extLst>
      <p:ext uri="{BB962C8B-B14F-4D97-AF65-F5344CB8AC3E}">
        <p14:creationId xmlns:p14="http://schemas.microsoft.com/office/powerpoint/2010/main" val="39030847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D023B-01BC-5DEC-CBF1-763F83D018F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D838BC2-70FB-8FD8-E8BE-777DAA989C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9E096F-2807-7F9D-3C0C-AB779ABB4F1C}"/>
              </a:ext>
            </a:extLst>
          </p:cNvPr>
          <p:cNvSpPr>
            <a:spLocks noGrp="1"/>
          </p:cNvSpPr>
          <p:nvPr>
            <p:ph type="dt" sz="half" idx="10"/>
          </p:nvPr>
        </p:nvSpPr>
        <p:spPr/>
        <p:txBody>
          <a:bodyPr/>
          <a:lstStyle/>
          <a:p>
            <a:fld id="{004D2E11-B1F6-4915-BA0F-4B60EEA39DA1}" type="datetimeFigureOut">
              <a:rPr lang="en-IN" smtClean="0"/>
              <a:t>26-06-2022</a:t>
            </a:fld>
            <a:endParaRPr lang="en-IN"/>
          </a:p>
        </p:txBody>
      </p:sp>
      <p:sp>
        <p:nvSpPr>
          <p:cNvPr id="5" name="Footer Placeholder 4">
            <a:extLst>
              <a:ext uri="{FF2B5EF4-FFF2-40B4-BE49-F238E27FC236}">
                <a16:creationId xmlns:a16="http://schemas.microsoft.com/office/drawing/2014/main" id="{D866EAA5-F68E-78AD-969D-8E395BA40B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2C23BD-B148-3545-B73A-9CE8D7A0B9F1}"/>
              </a:ext>
            </a:extLst>
          </p:cNvPr>
          <p:cNvSpPr>
            <a:spLocks noGrp="1"/>
          </p:cNvSpPr>
          <p:nvPr>
            <p:ph type="sldNum" sz="quarter" idx="12"/>
          </p:nvPr>
        </p:nvSpPr>
        <p:spPr/>
        <p:txBody>
          <a:bodyPr/>
          <a:lstStyle/>
          <a:p>
            <a:fld id="{47096827-1DF1-440B-A130-62D63B6BBDF2}" type="slidenum">
              <a:rPr lang="en-IN" smtClean="0"/>
              <a:t>‹#›</a:t>
            </a:fld>
            <a:endParaRPr lang="en-IN"/>
          </a:p>
        </p:txBody>
      </p:sp>
    </p:spTree>
    <p:extLst>
      <p:ext uri="{BB962C8B-B14F-4D97-AF65-F5344CB8AC3E}">
        <p14:creationId xmlns:p14="http://schemas.microsoft.com/office/powerpoint/2010/main" val="9320367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E0837-56C2-181A-C26D-86B0045BDB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FD310A4-9C38-C03E-A86C-EB36B6D44D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970FCB7-ABD9-D895-02CE-489059A9F071}"/>
              </a:ext>
            </a:extLst>
          </p:cNvPr>
          <p:cNvSpPr>
            <a:spLocks noGrp="1"/>
          </p:cNvSpPr>
          <p:nvPr>
            <p:ph type="dt" sz="half" idx="10"/>
          </p:nvPr>
        </p:nvSpPr>
        <p:spPr/>
        <p:txBody>
          <a:bodyPr/>
          <a:lstStyle/>
          <a:p>
            <a:fld id="{004D2E11-B1F6-4915-BA0F-4B60EEA39DA1}" type="datetimeFigureOut">
              <a:rPr lang="en-IN" smtClean="0"/>
              <a:t>26-06-2022</a:t>
            </a:fld>
            <a:endParaRPr lang="en-IN"/>
          </a:p>
        </p:txBody>
      </p:sp>
      <p:sp>
        <p:nvSpPr>
          <p:cNvPr id="5" name="Footer Placeholder 4">
            <a:extLst>
              <a:ext uri="{FF2B5EF4-FFF2-40B4-BE49-F238E27FC236}">
                <a16:creationId xmlns:a16="http://schemas.microsoft.com/office/drawing/2014/main" id="{9C8A55EA-4BEC-21DB-39CA-EE47B293C1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515617-1610-9B8F-4C45-EF3602C0EA1E}"/>
              </a:ext>
            </a:extLst>
          </p:cNvPr>
          <p:cNvSpPr>
            <a:spLocks noGrp="1"/>
          </p:cNvSpPr>
          <p:nvPr>
            <p:ph type="sldNum" sz="quarter" idx="12"/>
          </p:nvPr>
        </p:nvSpPr>
        <p:spPr/>
        <p:txBody>
          <a:bodyPr/>
          <a:lstStyle/>
          <a:p>
            <a:fld id="{47096827-1DF1-440B-A130-62D63B6BBDF2}" type="slidenum">
              <a:rPr lang="en-IN" smtClean="0"/>
              <a:t>‹#›</a:t>
            </a:fld>
            <a:endParaRPr lang="en-IN"/>
          </a:p>
        </p:txBody>
      </p:sp>
    </p:spTree>
    <p:extLst>
      <p:ext uri="{BB962C8B-B14F-4D97-AF65-F5344CB8AC3E}">
        <p14:creationId xmlns:p14="http://schemas.microsoft.com/office/powerpoint/2010/main" val="21018260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B00E0-8E8A-31FC-B301-2767DE4B1E5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C2CFD3F-1C5F-625E-2620-669DAFB6C0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82FB819-3561-B9CB-78F6-6A77BA4779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9EA0214-3889-5F64-16BE-0F040CC8D831}"/>
              </a:ext>
            </a:extLst>
          </p:cNvPr>
          <p:cNvSpPr>
            <a:spLocks noGrp="1"/>
          </p:cNvSpPr>
          <p:nvPr>
            <p:ph type="dt" sz="half" idx="10"/>
          </p:nvPr>
        </p:nvSpPr>
        <p:spPr/>
        <p:txBody>
          <a:bodyPr/>
          <a:lstStyle/>
          <a:p>
            <a:fld id="{004D2E11-B1F6-4915-BA0F-4B60EEA39DA1}" type="datetimeFigureOut">
              <a:rPr lang="en-IN" smtClean="0"/>
              <a:t>26-06-2022</a:t>
            </a:fld>
            <a:endParaRPr lang="en-IN"/>
          </a:p>
        </p:txBody>
      </p:sp>
      <p:sp>
        <p:nvSpPr>
          <p:cNvPr id="6" name="Footer Placeholder 5">
            <a:extLst>
              <a:ext uri="{FF2B5EF4-FFF2-40B4-BE49-F238E27FC236}">
                <a16:creationId xmlns:a16="http://schemas.microsoft.com/office/drawing/2014/main" id="{F4619EDE-C726-49C9-844B-EF0EB72923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3F8CD74-9E37-A046-6650-D5440F539909}"/>
              </a:ext>
            </a:extLst>
          </p:cNvPr>
          <p:cNvSpPr>
            <a:spLocks noGrp="1"/>
          </p:cNvSpPr>
          <p:nvPr>
            <p:ph type="sldNum" sz="quarter" idx="12"/>
          </p:nvPr>
        </p:nvSpPr>
        <p:spPr/>
        <p:txBody>
          <a:bodyPr/>
          <a:lstStyle/>
          <a:p>
            <a:fld id="{47096827-1DF1-440B-A130-62D63B6BBDF2}" type="slidenum">
              <a:rPr lang="en-IN" smtClean="0"/>
              <a:t>‹#›</a:t>
            </a:fld>
            <a:endParaRPr lang="en-IN"/>
          </a:p>
        </p:txBody>
      </p:sp>
    </p:spTree>
    <p:extLst>
      <p:ext uri="{BB962C8B-B14F-4D97-AF65-F5344CB8AC3E}">
        <p14:creationId xmlns:p14="http://schemas.microsoft.com/office/powerpoint/2010/main" val="37511372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395F0-5ABB-2161-B8FD-2CB6EE5E51D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549C4F8-5CA4-1F4E-8FB6-267FF9F5C9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B606F8F-C8FD-45D2-7F92-76F8A0C6812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EF96751-4DA8-306F-B352-D215CA17D0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1A3DCD-F490-CE2F-7836-EA3F8FCDF8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7BDE39-0A65-F9C1-5CB9-331F2B290F57}"/>
              </a:ext>
            </a:extLst>
          </p:cNvPr>
          <p:cNvSpPr>
            <a:spLocks noGrp="1"/>
          </p:cNvSpPr>
          <p:nvPr>
            <p:ph type="dt" sz="half" idx="10"/>
          </p:nvPr>
        </p:nvSpPr>
        <p:spPr/>
        <p:txBody>
          <a:bodyPr/>
          <a:lstStyle/>
          <a:p>
            <a:fld id="{004D2E11-B1F6-4915-BA0F-4B60EEA39DA1}" type="datetimeFigureOut">
              <a:rPr lang="en-IN" smtClean="0"/>
              <a:t>26-06-2022</a:t>
            </a:fld>
            <a:endParaRPr lang="en-IN"/>
          </a:p>
        </p:txBody>
      </p:sp>
      <p:sp>
        <p:nvSpPr>
          <p:cNvPr id="8" name="Footer Placeholder 7">
            <a:extLst>
              <a:ext uri="{FF2B5EF4-FFF2-40B4-BE49-F238E27FC236}">
                <a16:creationId xmlns:a16="http://schemas.microsoft.com/office/drawing/2014/main" id="{E88E525D-8376-A4C5-B64F-FEBDA1465C9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4D7C0E6-0177-8C8F-721C-3C1035C06A10}"/>
              </a:ext>
            </a:extLst>
          </p:cNvPr>
          <p:cNvSpPr>
            <a:spLocks noGrp="1"/>
          </p:cNvSpPr>
          <p:nvPr>
            <p:ph type="sldNum" sz="quarter" idx="12"/>
          </p:nvPr>
        </p:nvSpPr>
        <p:spPr/>
        <p:txBody>
          <a:bodyPr/>
          <a:lstStyle/>
          <a:p>
            <a:fld id="{47096827-1DF1-440B-A130-62D63B6BBDF2}" type="slidenum">
              <a:rPr lang="en-IN" smtClean="0"/>
              <a:t>‹#›</a:t>
            </a:fld>
            <a:endParaRPr lang="en-IN"/>
          </a:p>
        </p:txBody>
      </p:sp>
    </p:spTree>
    <p:extLst>
      <p:ext uri="{BB962C8B-B14F-4D97-AF65-F5344CB8AC3E}">
        <p14:creationId xmlns:p14="http://schemas.microsoft.com/office/powerpoint/2010/main" val="40355948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8D255-C3C3-2215-26AD-76502C7A73B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BF086A3-A8C7-7D7D-A26C-62F9DFA97524}"/>
              </a:ext>
            </a:extLst>
          </p:cNvPr>
          <p:cNvSpPr>
            <a:spLocks noGrp="1"/>
          </p:cNvSpPr>
          <p:nvPr>
            <p:ph type="dt" sz="half" idx="10"/>
          </p:nvPr>
        </p:nvSpPr>
        <p:spPr/>
        <p:txBody>
          <a:bodyPr/>
          <a:lstStyle/>
          <a:p>
            <a:fld id="{004D2E11-B1F6-4915-BA0F-4B60EEA39DA1}" type="datetimeFigureOut">
              <a:rPr lang="en-IN" smtClean="0"/>
              <a:t>26-06-2022</a:t>
            </a:fld>
            <a:endParaRPr lang="en-IN"/>
          </a:p>
        </p:txBody>
      </p:sp>
      <p:sp>
        <p:nvSpPr>
          <p:cNvPr id="4" name="Footer Placeholder 3">
            <a:extLst>
              <a:ext uri="{FF2B5EF4-FFF2-40B4-BE49-F238E27FC236}">
                <a16:creationId xmlns:a16="http://schemas.microsoft.com/office/drawing/2014/main" id="{B73663C3-87F9-F84C-81C1-862DE350D84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34B7797-8EC2-7700-4C76-BD64C918868F}"/>
              </a:ext>
            </a:extLst>
          </p:cNvPr>
          <p:cNvSpPr>
            <a:spLocks noGrp="1"/>
          </p:cNvSpPr>
          <p:nvPr>
            <p:ph type="sldNum" sz="quarter" idx="12"/>
          </p:nvPr>
        </p:nvSpPr>
        <p:spPr/>
        <p:txBody>
          <a:bodyPr/>
          <a:lstStyle/>
          <a:p>
            <a:fld id="{47096827-1DF1-440B-A130-62D63B6BBDF2}" type="slidenum">
              <a:rPr lang="en-IN" smtClean="0"/>
              <a:t>‹#›</a:t>
            </a:fld>
            <a:endParaRPr lang="en-IN"/>
          </a:p>
        </p:txBody>
      </p:sp>
    </p:spTree>
    <p:extLst>
      <p:ext uri="{BB962C8B-B14F-4D97-AF65-F5344CB8AC3E}">
        <p14:creationId xmlns:p14="http://schemas.microsoft.com/office/powerpoint/2010/main" val="22479273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42BA02-439B-E34A-518B-70A5461BE85F}"/>
              </a:ext>
            </a:extLst>
          </p:cNvPr>
          <p:cNvSpPr>
            <a:spLocks noGrp="1"/>
          </p:cNvSpPr>
          <p:nvPr>
            <p:ph type="dt" sz="half" idx="10"/>
          </p:nvPr>
        </p:nvSpPr>
        <p:spPr/>
        <p:txBody>
          <a:bodyPr/>
          <a:lstStyle/>
          <a:p>
            <a:fld id="{004D2E11-B1F6-4915-BA0F-4B60EEA39DA1}" type="datetimeFigureOut">
              <a:rPr lang="en-IN" smtClean="0"/>
              <a:t>26-06-2022</a:t>
            </a:fld>
            <a:endParaRPr lang="en-IN"/>
          </a:p>
        </p:txBody>
      </p:sp>
      <p:sp>
        <p:nvSpPr>
          <p:cNvPr id="3" name="Footer Placeholder 2">
            <a:extLst>
              <a:ext uri="{FF2B5EF4-FFF2-40B4-BE49-F238E27FC236}">
                <a16:creationId xmlns:a16="http://schemas.microsoft.com/office/drawing/2014/main" id="{BDCF563C-F7D8-55AA-D011-BE91C1B8B49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8F357FC-26F8-C513-7AC2-C4045580F206}"/>
              </a:ext>
            </a:extLst>
          </p:cNvPr>
          <p:cNvSpPr>
            <a:spLocks noGrp="1"/>
          </p:cNvSpPr>
          <p:nvPr>
            <p:ph type="sldNum" sz="quarter" idx="12"/>
          </p:nvPr>
        </p:nvSpPr>
        <p:spPr/>
        <p:txBody>
          <a:bodyPr/>
          <a:lstStyle/>
          <a:p>
            <a:fld id="{47096827-1DF1-440B-A130-62D63B6BBDF2}" type="slidenum">
              <a:rPr lang="en-IN" smtClean="0"/>
              <a:t>‹#›</a:t>
            </a:fld>
            <a:endParaRPr lang="en-IN"/>
          </a:p>
        </p:txBody>
      </p:sp>
    </p:spTree>
    <p:extLst>
      <p:ext uri="{BB962C8B-B14F-4D97-AF65-F5344CB8AC3E}">
        <p14:creationId xmlns:p14="http://schemas.microsoft.com/office/powerpoint/2010/main" val="37466581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88239-77EE-BEFD-E16B-ACE872DFA5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63E8539-FEAF-03C5-7741-860613CF8D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6D51261-5C0B-38F3-6F18-61CF205EB8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B0F257-D95A-3BA5-C7C3-8B9A77F34EBE}"/>
              </a:ext>
            </a:extLst>
          </p:cNvPr>
          <p:cNvSpPr>
            <a:spLocks noGrp="1"/>
          </p:cNvSpPr>
          <p:nvPr>
            <p:ph type="dt" sz="half" idx="10"/>
          </p:nvPr>
        </p:nvSpPr>
        <p:spPr/>
        <p:txBody>
          <a:bodyPr/>
          <a:lstStyle/>
          <a:p>
            <a:fld id="{004D2E11-B1F6-4915-BA0F-4B60EEA39DA1}" type="datetimeFigureOut">
              <a:rPr lang="en-IN" smtClean="0"/>
              <a:t>26-06-2022</a:t>
            </a:fld>
            <a:endParaRPr lang="en-IN"/>
          </a:p>
        </p:txBody>
      </p:sp>
      <p:sp>
        <p:nvSpPr>
          <p:cNvPr id="6" name="Footer Placeholder 5">
            <a:extLst>
              <a:ext uri="{FF2B5EF4-FFF2-40B4-BE49-F238E27FC236}">
                <a16:creationId xmlns:a16="http://schemas.microsoft.com/office/drawing/2014/main" id="{4584061B-663C-6846-6465-318E57AA9E3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22AE0C-A748-0DF3-E976-20B588818500}"/>
              </a:ext>
            </a:extLst>
          </p:cNvPr>
          <p:cNvSpPr>
            <a:spLocks noGrp="1"/>
          </p:cNvSpPr>
          <p:nvPr>
            <p:ph type="sldNum" sz="quarter" idx="12"/>
          </p:nvPr>
        </p:nvSpPr>
        <p:spPr/>
        <p:txBody>
          <a:bodyPr/>
          <a:lstStyle/>
          <a:p>
            <a:fld id="{47096827-1DF1-440B-A130-62D63B6BBDF2}" type="slidenum">
              <a:rPr lang="en-IN" smtClean="0"/>
              <a:t>‹#›</a:t>
            </a:fld>
            <a:endParaRPr lang="en-IN"/>
          </a:p>
        </p:txBody>
      </p:sp>
    </p:spTree>
    <p:extLst>
      <p:ext uri="{BB962C8B-B14F-4D97-AF65-F5344CB8AC3E}">
        <p14:creationId xmlns:p14="http://schemas.microsoft.com/office/powerpoint/2010/main" val="64081387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C910E-C7BD-49E9-E052-7308F1ADC8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C15D72E-3B82-A32B-6F47-7737D6372B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2E514FB-4777-6DDD-D306-D397709763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51FBF7-E558-42B3-64C4-2846B1EA34BF}"/>
              </a:ext>
            </a:extLst>
          </p:cNvPr>
          <p:cNvSpPr>
            <a:spLocks noGrp="1"/>
          </p:cNvSpPr>
          <p:nvPr>
            <p:ph type="dt" sz="half" idx="10"/>
          </p:nvPr>
        </p:nvSpPr>
        <p:spPr/>
        <p:txBody>
          <a:bodyPr/>
          <a:lstStyle/>
          <a:p>
            <a:fld id="{004D2E11-B1F6-4915-BA0F-4B60EEA39DA1}" type="datetimeFigureOut">
              <a:rPr lang="en-IN" smtClean="0"/>
              <a:t>26-06-2022</a:t>
            </a:fld>
            <a:endParaRPr lang="en-IN"/>
          </a:p>
        </p:txBody>
      </p:sp>
      <p:sp>
        <p:nvSpPr>
          <p:cNvPr id="6" name="Footer Placeholder 5">
            <a:extLst>
              <a:ext uri="{FF2B5EF4-FFF2-40B4-BE49-F238E27FC236}">
                <a16:creationId xmlns:a16="http://schemas.microsoft.com/office/drawing/2014/main" id="{927DBEF4-E78D-985E-4903-3F87105DA1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BB67519-0E98-4456-52B2-61DCBD54E69C}"/>
              </a:ext>
            </a:extLst>
          </p:cNvPr>
          <p:cNvSpPr>
            <a:spLocks noGrp="1"/>
          </p:cNvSpPr>
          <p:nvPr>
            <p:ph type="sldNum" sz="quarter" idx="12"/>
          </p:nvPr>
        </p:nvSpPr>
        <p:spPr/>
        <p:txBody>
          <a:bodyPr/>
          <a:lstStyle/>
          <a:p>
            <a:fld id="{47096827-1DF1-440B-A130-62D63B6BBDF2}" type="slidenum">
              <a:rPr lang="en-IN" smtClean="0"/>
              <a:t>‹#›</a:t>
            </a:fld>
            <a:endParaRPr lang="en-IN"/>
          </a:p>
        </p:txBody>
      </p:sp>
    </p:spTree>
    <p:extLst>
      <p:ext uri="{BB962C8B-B14F-4D97-AF65-F5344CB8AC3E}">
        <p14:creationId xmlns:p14="http://schemas.microsoft.com/office/powerpoint/2010/main" val="367420901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1FCD5-C6C5-A21A-18C1-755ECF87B32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00FB29C-72F5-9331-0D88-68D9D6C989E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932FF6-F313-17B0-5078-EB3A50993CEF}"/>
              </a:ext>
            </a:extLst>
          </p:cNvPr>
          <p:cNvSpPr>
            <a:spLocks noGrp="1"/>
          </p:cNvSpPr>
          <p:nvPr>
            <p:ph type="dt" sz="half" idx="10"/>
          </p:nvPr>
        </p:nvSpPr>
        <p:spPr/>
        <p:txBody>
          <a:bodyPr/>
          <a:lstStyle/>
          <a:p>
            <a:fld id="{004D2E11-B1F6-4915-BA0F-4B60EEA39DA1}" type="datetimeFigureOut">
              <a:rPr lang="en-IN" smtClean="0"/>
              <a:t>26-06-2022</a:t>
            </a:fld>
            <a:endParaRPr lang="en-IN"/>
          </a:p>
        </p:txBody>
      </p:sp>
      <p:sp>
        <p:nvSpPr>
          <p:cNvPr id="5" name="Footer Placeholder 4">
            <a:extLst>
              <a:ext uri="{FF2B5EF4-FFF2-40B4-BE49-F238E27FC236}">
                <a16:creationId xmlns:a16="http://schemas.microsoft.com/office/drawing/2014/main" id="{25D07B79-96CD-47F4-BE3D-32F987789F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945B49-D1F2-8C1A-79BA-EF1C36772A14}"/>
              </a:ext>
            </a:extLst>
          </p:cNvPr>
          <p:cNvSpPr>
            <a:spLocks noGrp="1"/>
          </p:cNvSpPr>
          <p:nvPr>
            <p:ph type="sldNum" sz="quarter" idx="12"/>
          </p:nvPr>
        </p:nvSpPr>
        <p:spPr/>
        <p:txBody>
          <a:bodyPr/>
          <a:lstStyle/>
          <a:p>
            <a:fld id="{47096827-1DF1-440B-A130-62D63B6BBDF2}" type="slidenum">
              <a:rPr lang="en-IN" smtClean="0"/>
              <a:t>‹#›</a:t>
            </a:fld>
            <a:endParaRPr lang="en-IN"/>
          </a:p>
        </p:txBody>
      </p:sp>
    </p:spTree>
    <p:extLst>
      <p:ext uri="{BB962C8B-B14F-4D97-AF65-F5344CB8AC3E}">
        <p14:creationId xmlns:p14="http://schemas.microsoft.com/office/powerpoint/2010/main" val="9472611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49339A-1085-6B60-FD30-F75B3FE8F82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642362D-4876-F178-E35D-070165BA02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718E8F-C306-4CF9-39CA-78315A063948}"/>
              </a:ext>
            </a:extLst>
          </p:cNvPr>
          <p:cNvSpPr>
            <a:spLocks noGrp="1"/>
          </p:cNvSpPr>
          <p:nvPr>
            <p:ph type="dt" sz="half" idx="10"/>
          </p:nvPr>
        </p:nvSpPr>
        <p:spPr/>
        <p:txBody>
          <a:bodyPr/>
          <a:lstStyle/>
          <a:p>
            <a:fld id="{004D2E11-B1F6-4915-BA0F-4B60EEA39DA1}" type="datetimeFigureOut">
              <a:rPr lang="en-IN" smtClean="0"/>
              <a:t>26-06-2022</a:t>
            </a:fld>
            <a:endParaRPr lang="en-IN"/>
          </a:p>
        </p:txBody>
      </p:sp>
      <p:sp>
        <p:nvSpPr>
          <p:cNvPr id="5" name="Footer Placeholder 4">
            <a:extLst>
              <a:ext uri="{FF2B5EF4-FFF2-40B4-BE49-F238E27FC236}">
                <a16:creationId xmlns:a16="http://schemas.microsoft.com/office/drawing/2014/main" id="{F63360E5-DE72-11DD-87BF-C40944F5DA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4F40A3-5957-B257-AB51-F20DE0F82787}"/>
              </a:ext>
            </a:extLst>
          </p:cNvPr>
          <p:cNvSpPr>
            <a:spLocks noGrp="1"/>
          </p:cNvSpPr>
          <p:nvPr>
            <p:ph type="sldNum" sz="quarter" idx="12"/>
          </p:nvPr>
        </p:nvSpPr>
        <p:spPr/>
        <p:txBody>
          <a:bodyPr/>
          <a:lstStyle/>
          <a:p>
            <a:fld id="{47096827-1DF1-440B-A130-62D63B6BBDF2}" type="slidenum">
              <a:rPr lang="en-IN" smtClean="0"/>
              <a:t>‹#›</a:t>
            </a:fld>
            <a:endParaRPr lang="en-IN"/>
          </a:p>
        </p:txBody>
      </p:sp>
    </p:spTree>
    <p:extLst>
      <p:ext uri="{BB962C8B-B14F-4D97-AF65-F5344CB8AC3E}">
        <p14:creationId xmlns:p14="http://schemas.microsoft.com/office/powerpoint/2010/main" val="2493954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6/26/2022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GB" smtClean="0"/>
              <a:t>26/06/2022</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2E1A5B-58C6-B8AD-4829-C2EB468C76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00A439F-D56E-4D3C-9613-9709011926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7F792B-76BB-D323-DFD8-DE0C3134EFA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4D2E11-B1F6-4915-BA0F-4B60EEA39DA1}" type="datetimeFigureOut">
              <a:rPr lang="en-IN" smtClean="0"/>
              <a:t>26-06-2022</a:t>
            </a:fld>
            <a:endParaRPr lang="en-IN"/>
          </a:p>
        </p:txBody>
      </p:sp>
      <p:sp>
        <p:nvSpPr>
          <p:cNvPr id="5" name="Footer Placeholder 4">
            <a:extLst>
              <a:ext uri="{FF2B5EF4-FFF2-40B4-BE49-F238E27FC236}">
                <a16:creationId xmlns:a16="http://schemas.microsoft.com/office/drawing/2014/main" id="{27A4AA4D-213D-E152-0FD7-D9CE01A1AA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A2111D7-0503-B6CC-2B3B-61BD11661E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096827-1DF1-440B-A130-62D63B6BBDF2}" type="slidenum">
              <a:rPr lang="en-IN" smtClean="0"/>
              <a:t>‹#›</a:t>
            </a:fld>
            <a:endParaRPr lang="en-IN"/>
          </a:p>
        </p:txBody>
      </p:sp>
    </p:spTree>
    <p:extLst>
      <p:ext uri="{BB962C8B-B14F-4D97-AF65-F5344CB8AC3E}">
        <p14:creationId xmlns:p14="http://schemas.microsoft.com/office/powerpoint/2010/main" val="32326892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hyperlink" Target="https://www.quoteinspector.com/images/investing/stock-tracking-blur/" TargetMode="External"/><Relationship Id="rId2" Type="http://schemas.openxmlformats.org/officeDocument/2006/relationships/image" Target="../media/image9.jpeg"/><Relationship Id="rId1" Type="http://schemas.openxmlformats.org/officeDocument/2006/relationships/slideLayout" Target="../slideLayouts/slideLayout6.xml"/><Relationship Id="rId4" Type="http://schemas.openxmlformats.org/officeDocument/2006/relationships/hyperlink" Target="https://creativecommons.org/licenses/by-nd/3.0/"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www.students4bestevidence.net/blog/2015/07/14/data-analysis-methods/" TargetMode="External"/><Relationship Id="rId2" Type="http://schemas.openxmlformats.org/officeDocument/2006/relationships/image" Target="../media/image10.jpeg"/><Relationship Id="rId1" Type="http://schemas.openxmlformats.org/officeDocument/2006/relationships/slideLayout" Target="../slideLayouts/slideLayout2.xml"/><Relationship Id="rId4" Type="http://schemas.openxmlformats.org/officeDocument/2006/relationships/hyperlink" Target="https://creativecommons.org/licenses/by-nd/3.0/"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www.nevillehobson.com/2015/07/20/fir-817-sarcasm-poses-a-challenge-in-sentiment-analysis/" TargetMode="External"/><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hyperlink" Target="https://creativecommons.org/licenses/by-nc-sa/3.0/"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freepngimg.com/png/10562-best-quality-png-image" TargetMode="External"/><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hyperlink" Target="https://creativecommons.org/licenses/by-nc/3.0/"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3" Type="http://schemas.openxmlformats.org/officeDocument/2006/relationships/hyperlink" Target="https://www.thebluediamondgallery.com/tablet/b/blog.html" TargetMode="External"/><Relationship Id="rId2" Type="http://schemas.openxmlformats.org/officeDocument/2006/relationships/image" Target="../media/image18.jpeg"/><Relationship Id="rId1" Type="http://schemas.openxmlformats.org/officeDocument/2006/relationships/slideLayout" Target="../slideLayouts/slideLayout24.xml"/><Relationship Id="rId4" Type="http://schemas.openxmlformats.org/officeDocument/2006/relationships/hyperlink" Target="https://creativecommons.org/licenses/by-sa/3.0/"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59EF30C2-29AC-4A0D-BC0A-A679CF113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00500" y="1087403"/>
            <a:ext cx="8191500"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18FE70F-8695-B428-20E4-D953ADABAE68}"/>
              </a:ext>
            </a:extLst>
          </p:cNvPr>
          <p:cNvSpPr>
            <a:spLocks noGrp="1"/>
          </p:cNvSpPr>
          <p:nvPr>
            <p:ph type="ctrTitle"/>
          </p:nvPr>
        </p:nvSpPr>
        <p:spPr>
          <a:xfrm>
            <a:off x="5093520" y="2744662"/>
            <a:ext cx="6589707" cy="2387600"/>
          </a:xfrm>
        </p:spPr>
        <p:txBody>
          <a:bodyPr>
            <a:normAutofit/>
          </a:bodyPr>
          <a:lstStyle/>
          <a:p>
            <a:pPr algn="r"/>
            <a:r>
              <a:rPr lang="en-GB" b="1" dirty="0" err="1">
                <a:solidFill>
                  <a:srgbClr val="FFFFFF"/>
                </a:solidFill>
              </a:rPr>
              <a:t>HackerWar</a:t>
            </a:r>
            <a:r>
              <a:rPr lang="en-GB" b="1" dirty="0">
                <a:solidFill>
                  <a:srgbClr val="FFFFFF"/>
                </a:solidFill>
              </a:rPr>
              <a:t> 3.0</a:t>
            </a:r>
            <a:endParaRPr lang="en-US" dirty="0"/>
          </a:p>
        </p:txBody>
      </p:sp>
      <p:sp>
        <p:nvSpPr>
          <p:cNvPr id="3" name="Subtitle 2">
            <a:extLst>
              <a:ext uri="{FF2B5EF4-FFF2-40B4-BE49-F238E27FC236}">
                <a16:creationId xmlns:a16="http://schemas.microsoft.com/office/drawing/2014/main" id="{4857833A-9850-3B85-C154-F99F722C411A}"/>
              </a:ext>
            </a:extLst>
          </p:cNvPr>
          <p:cNvSpPr>
            <a:spLocks noGrp="1"/>
          </p:cNvSpPr>
          <p:nvPr>
            <p:ph type="subTitle" idx="1"/>
          </p:nvPr>
        </p:nvSpPr>
        <p:spPr>
          <a:xfrm>
            <a:off x="5093520" y="5187167"/>
            <a:ext cx="6589707" cy="1366613"/>
          </a:xfrm>
        </p:spPr>
        <p:txBody>
          <a:bodyPr>
            <a:normAutofit/>
          </a:bodyPr>
          <a:lstStyle/>
          <a:p>
            <a:pPr algn="r"/>
            <a:endParaRPr lang="en-GB">
              <a:solidFill>
                <a:srgbClr val="FFFFFF"/>
              </a:solidFill>
            </a:endParaRPr>
          </a:p>
        </p:txBody>
      </p:sp>
      <p:cxnSp>
        <p:nvCxnSpPr>
          <p:cNvPr id="34" name="Straight Connector 33">
            <a:extLst>
              <a:ext uri="{FF2B5EF4-FFF2-40B4-BE49-F238E27FC236}">
                <a16:creationId xmlns:a16="http://schemas.microsoft.com/office/drawing/2014/main" id="{266A0658-1CC4-4B0D-AAB7-A702286AFB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6241"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36" name="Freeform: Shape 35">
            <a:extLst>
              <a:ext uri="{FF2B5EF4-FFF2-40B4-BE49-F238E27FC236}">
                <a16:creationId xmlns:a16="http://schemas.microsoft.com/office/drawing/2014/main" id="{A04F1504-431A-4D86-9091-AE7E4B33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2348" y="1"/>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endParaRPr lang="en-US" dirty="0"/>
          </a:p>
        </p:txBody>
      </p:sp>
      <p:sp>
        <p:nvSpPr>
          <p:cNvPr id="38" name="Freeform: Shape 37">
            <a:extLst>
              <a:ext uri="{FF2B5EF4-FFF2-40B4-BE49-F238E27FC236}">
                <a16:creationId xmlns:a16="http://schemas.microsoft.com/office/drawing/2014/main" id="{EA804283-B929-4503-802F-4585376E2B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0" name="Oval 39">
            <a:extLst>
              <a:ext uri="{FF2B5EF4-FFF2-40B4-BE49-F238E27FC236}">
                <a16:creationId xmlns:a16="http://schemas.microsoft.com/office/drawing/2014/main" id="{AD3811F5-514E-49A4-B382-673ED228A4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69044" y="514898"/>
            <a:ext cx="2393351"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42" name="Freeform: Shape 41">
            <a:extLst>
              <a:ext uri="{FF2B5EF4-FFF2-40B4-BE49-F238E27FC236}">
                <a16:creationId xmlns:a16="http://schemas.microsoft.com/office/drawing/2014/main" id="{067AD921-1CEE-4C1B-9AA3-C66D908DD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49740"/>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44" name="Arc 43">
            <a:extLst>
              <a:ext uri="{FF2B5EF4-FFF2-40B4-BE49-F238E27FC236}">
                <a16:creationId xmlns:a16="http://schemas.microsoft.com/office/drawing/2014/main" id="{C36A08F5-3B56-47C5-A371-9187BE56E1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39683" y="4203427"/>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20514608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1825AC39-5F85-4CAA-8A81-A1287086B2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Freeform: Shape 50">
            <a:extLst>
              <a:ext uri="{FF2B5EF4-FFF2-40B4-BE49-F238E27FC236}">
                <a16:creationId xmlns:a16="http://schemas.microsoft.com/office/drawing/2014/main" id="{95DA4D23-37FC-4B90-8188-F0377C5F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4417162" cy="6858000"/>
          </a:xfrm>
          <a:custGeom>
            <a:avLst/>
            <a:gdLst>
              <a:gd name="connsiteX0" fmla="*/ 0 w 4417162"/>
              <a:gd name="connsiteY0" fmla="*/ 0 h 6858000"/>
              <a:gd name="connsiteX1" fmla="*/ 144378 w 4417162"/>
              <a:gd name="connsiteY1" fmla="*/ 0 h 6858000"/>
              <a:gd name="connsiteX2" fmla="*/ 2310062 w 4417162"/>
              <a:gd name="connsiteY2" fmla="*/ 0 h 6858000"/>
              <a:gd name="connsiteX3" fmla="*/ 4227367 w 4417162"/>
              <a:gd name="connsiteY3" fmla="*/ 0 h 6858000"/>
              <a:gd name="connsiteX4" fmla="*/ 4232407 w 4417162"/>
              <a:gd name="connsiteY4" fmla="*/ 66675 h 6858000"/>
              <a:gd name="connsiteX5" fmla="*/ 4240804 w 4417162"/>
              <a:gd name="connsiteY5" fmla="*/ 122237 h 6858000"/>
              <a:gd name="connsiteX6" fmla="*/ 4250882 w 4417162"/>
              <a:gd name="connsiteY6" fmla="*/ 174625 h 6858000"/>
              <a:gd name="connsiteX7" fmla="*/ 4267678 w 4417162"/>
              <a:gd name="connsiteY7" fmla="*/ 217487 h 6858000"/>
              <a:gd name="connsiteX8" fmla="*/ 4284474 w 4417162"/>
              <a:gd name="connsiteY8" fmla="*/ 260350 h 6858000"/>
              <a:gd name="connsiteX9" fmla="*/ 4304629 w 4417162"/>
              <a:gd name="connsiteY9" fmla="*/ 296862 h 6858000"/>
              <a:gd name="connsiteX10" fmla="*/ 4324784 w 4417162"/>
              <a:gd name="connsiteY10" fmla="*/ 334962 h 6858000"/>
              <a:gd name="connsiteX11" fmla="*/ 4343260 w 4417162"/>
              <a:gd name="connsiteY11" fmla="*/ 369887 h 6858000"/>
              <a:gd name="connsiteX12" fmla="*/ 4361735 w 4417162"/>
              <a:gd name="connsiteY12" fmla="*/ 409575 h 6858000"/>
              <a:gd name="connsiteX13" fmla="*/ 4378531 w 4417162"/>
              <a:gd name="connsiteY13" fmla="*/ 450850 h 6858000"/>
              <a:gd name="connsiteX14" fmla="*/ 4393648 w 4417162"/>
              <a:gd name="connsiteY14" fmla="*/ 496887 h 6858000"/>
              <a:gd name="connsiteX15" fmla="*/ 4405405 w 4417162"/>
              <a:gd name="connsiteY15" fmla="*/ 546100 h 6858000"/>
              <a:gd name="connsiteX16" fmla="*/ 4413803 w 4417162"/>
              <a:gd name="connsiteY16" fmla="*/ 606425 h 6858000"/>
              <a:gd name="connsiteX17" fmla="*/ 4417162 w 4417162"/>
              <a:gd name="connsiteY17" fmla="*/ 673100 h 6858000"/>
              <a:gd name="connsiteX18" fmla="*/ 4413803 w 4417162"/>
              <a:gd name="connsiteY18" fmla="*/ 744537 h 6858000"/>
              <a:gd name="connsiteX19" fmla="*/ 4405405 w 4417162"/>
              <a:gd name="connsiteY19" fmla="*/ 801687 h 6858000"/>
              <a:gd name="connsiteX20" fmla="*/ 4393648 w 4417162"/>
              <a:gd name="connsiteY20" fmla="*/ 854075 h 6858000"/>
              <a:gd name="connsiteX21" fmla="*/ 4378531 w 4417162"/>
              <a:gd name="connsiteY21" fmla="*/ 901700 h 6858000"/>
              <a:gd name="connsiteX22" fmla="*/ 4361735 w 4417162"/>
              <a:gd name="connsiteY22" fmla="*/ 942975 h 6858000"/>
              <a:gd name="connsiteX23" fmla="*/ 4341580 w 4417162"/>
              <a:gd name="connsiteY23" fmla="*/ 981075 h 6858000"/>
              <a:gd name="connsiteX24" fmla="*/ 4321425 w 4417162"/>
              <a:gd name="connsiteY24" fmla="*/ 1017587 h 6858000"/>
              <a:gd name="connsiteX25" fmla="*/ 4301270 w 4417162"/>
              <a:gd name="connsiteY25" fmla="*/ 1055687 h 6858000"/>
              <a:gd name="connsiteX26" fmla="*/ 4282794 w 4417162"/>
              <a:gd name="connsiteY26" fmla="*/ 1095375 h 6858000"/>
              <a:gd name="connsiteX27" fmla="*/ 4264318 w 4417162"/>
              <a:gd name="connsiteY27" fmla="*/ 1136650 h 6858000"/>
              <a:gd name="connsiteX28" fmla="*/ 4249203 w 4417162"/>
              <a:gd name="connsiteY28" fmla="*/ 1182687 h 6858000"/>
              <a:gd name="connsiteX29" fmla="*/ 4239125 w 4417162"/>
              <a:gd name="connsiteY29" fmla="*/ 1235075 h 6858000"/>
              <a:gd name="connsiteX30" fmla="*/ 4229047 w 4417162"/>
              <a:gd name="connsiteY30" fmla="*/ 1295400 h 6858000"/>
              <a:gd name="connsiteX31" fmla="*/ 4227367 w 4417162"/>
              <a:gd name="connsiteY31" fmla="*/ 1363662 h 6858000"/>
              <a:gd name="connsiteX32" fmla="*/ 4229047 w 4417162"/>
              <a:gd name="connsiteY32" fmla="*/ 1431925 h 6858000"/>
              <a:gd name="connsiteX33" fmla="*/ 4239125 w 4417162"/>
              <a:gd name="connsiteY33" fmla="*/ 1492250 h 6858000"/>
              <a:gd name="connsiteX34" fmla="*/ 4249203 w 4417162"/>
              <a:gd name="connsiteY34" fmla="*/ 1544637 h 6858000"/>
              <a:gd name="connsiteX35" fmla="*/ 4264318 w 4417162"/>
              <a:gd name="connsiteY35" fmla="*/ 1589087 h 6858000"/>
              <a:gd name="connsiteX36" fmla="*/ 4282794 w 4417162"/>
              <a:gd name="connsiteY36" fmla="*/ 1631950 h 6858000"/>
              <a:gd name="connsiteX37" fmla="*/ 4301270 w 4417162"/>
              <a:gd name="connsiteY37" fmla="*/ 1671637 h 6858000"/>
              <a:gd name="connsiteX38" fmla="*/ 4321425 w 4417162"/>
              <a:gd name="connsiteY38" fmla="*/ 1708150 h 6858000"/>
              <a:gd name="connsiteX39" fmla="*/ 4341580 w 4417162"/>
              <a:gd name="connsiteY39" fmla="*/ 1743075 h 6858000"/>
              <a:gd name="connsiteX40" fmla="*/ 4361735 w 4417162"/>
              <a:gd name="connsiteY40" fmla="*/ 1782762 h 6858000"/>
              <a:gd name="connsiteX41" fmla="*/ 4378531 w 4417162"/>
              <a:gd name="connsiteY41" fmla="*/ 1824037 h 6858000"/>
              <a:gd name="connsiteX42" fmla="*/ 4393648 w 4417162"/>
              <a:gd name="connsiteY42" fmla="*/ 1870075 h 6858000"/>
              <a:gd name="connsiteX43" fmla="*/ 4405405 w 4417162"/>
              <a:gd name="connsiteY43" fmla="*/ 1922462 h 6858000"/>
              <a:gd name="connsiteX44" fmla="*/ 4413803 w 4417162"/>
              <a:gd name="connsiteY44" fmla="*/ 1982787 h 6858000"/>
              <a:gd name="connsiteX45" fmla="*/ 4417162 w 4417162"/>
              <a:gd name="connsiteY45" fmla="*/ 2051050 h 6858000"/>
              <a:gd name="connsiteX46" fmla="*/ 4413803 w 4417162"/>
              <a:gd name="connsiteY46" fmla="*/ 2119312 h 6858000"/>
              <a:gd name="connsiteX47" fmla="*/ 4405405 w 4417162"/>
              <a:gd name="connsiteY47" fmla="*/ 2179637 h 6858000"/>
              <a:gd name="connsiteX48" fmla="*/ 4393648 w 4417162"/>
              <a:gd name="connsiteY48" fmla="*/ 2232025 h 6858000"/>
              <a:gd name="connsiteX49" fmla="*/ 4378531 w 4417162"/>
              <a:gd name="connsiteY49" fmla="*/ 2278062 h 6858000"/>
              <a:gd name="connsiteX50" fmla="*/ 4361735 w 4417162"/>
              <a:gd name="connsiteY50" fmla="*/ 2319337 h 6858000"/>
              <a:gd name="connsiteX51" fmla="*/ 4341580 w 4417162"/>
              <a:gd name="connsiteY51" fmla="*/ 2359025 h 6858000"/>
              <a:gd name="connsiteX52" fmla="*/ 4321425 w 4417162"/>
              <a:gd name="connsiteY52" fmla="*/ 2395537 h 6858000"/>
              <a:gd name="connsiteX53" fmla="*/ 4301270 w 4417162"/>
              <a:gd name="connsiteY53" fmla="*/ 2433637 h 6858000"/>
              <a:gd name="connsiteX54" fmla="*/ 4282794 w 4417162"/>
              <a:gd name="connsiteY54" fmla="*/ 2471737 h 6858000"/>
              <a:gd name="connsiteX55" fmla="*/ 4264318 w 4417162"/>
              <a:gd name="connsiteY55" fmla="*/ 2513012 h 6858000"/>
              <a:gd name="connsiteX56" fmla="*/ 4249203 w 4417162"/>
              <a:gd name="connsiteY56" fmla="*/ 2560637 h 6858000"/>
              <a:gd name="connsiteX57" fmla="*/ 4239125 w 4417162"/>
              <a:gd name="connsiteY57" fmla="*/ 2613025 h 6858000"/>
              <a:gd name="connsiteX58" fmla="*/ 4229047 w 4417162"/>
              <a:gd name="connsiteY58" fmla="*/ 2671762 h 6858000"/>
              <a:gd name="connsiteX59" fmla="*/ 4227367 w 4417162"/>
              <a:gd name="connsiteY59" fmla="*/ 2741612 h 6858000"/>
              <a:gd name="connsiteX60" fmla="*/ 4229047 w 4417162"/>
              <a:gd name="connsiteY60" fmla="*/ 2809875 h 6858000"/>
              <a:gd name="connsiteX61" fmla="*/ 4239125 w 4417162"/>
              <a:gd name="connsiteY61" fmla="*/ 2868612 h 6858000"/>
              <a:gd name="connsiteX62" fmla="*/ 4249203 w 4417162"/>
              <a:gd name="connsiteY62" fmla="*/ 2922587 h 6858000"/>
              <a:gd name="connsiteX63" fmla="*/ 4264318 w 4417162"/>
              <a:gd name="connsiteY63" fmla="*/ 2967037 h 6858000"/>
              <a:gd name="connsiteX64" fmla="*/ 4282794 w 4417162"/>
              <a:gd name="connsiteY64" fmla="*/ 3009900 h 6858000"/>
              <a:gd name="connsiteX65" fmla="*/ 4301270 w 4417162"/>
              <a:gd name="connsiteY65" fmla="*/ 3046412 h 6858000"/>
              <a:gd name="connsiteX66" fmla="*/ 4321425 w 4417162"/>
              <a:gd name="connsiteY66" fmla="*/ 3084512 h 6858000"/>
              <a:gd name="connsiteX67" fmla="*/ 4341580 w 4417162"/>
              <a:gd name="connsiteY67" fmla="*/ 3121025 h 6858000"/>
              <a:gd name="connsiteX68" fmla="*/ 4361735 w 4417162"/>
              <a:gd name="connsiteY68" fmla="*/ 3160712 h 6858000"/>
              <a:gd name="connsiteX69" fmla="*/ 4378531 w 4417162"/>
              <a:gd name="connsiteY69" fmla="*/ 3201987 h 6858000"/>
              <a:gd name="connsiteX70" fmla="*/ 4393648 w 4417162"/>
              <a:gd name="connsiteY70" fmla="*/ 3248025 h 6858000"/>
              <a:gd name="connsiteX71" fmla="*/ 4405405 w 4417162"/>
              <a:gd name="connsiteY71" fmla="*/ 3300412 h 6858000"/>
              <a:gd name="connsiteX72" fmla="*/ 4413803 w 4417162"/>
              <a:gd name="connsiteY72" fmla="*/ 3360737 h 6858000"/>
              <a:gd name="connsiteX73" fmla="*/ 4417162 w 4417162"/>
              <a:gd name="connsiteY73" fmla="*/ 3427412 h 6858000"/>
              <a:gd name="connsiteX74" fmla="*/ 4413803 w 4417162"/>
              <a:gd name="connsiteY74" fmla="*/ 3497262 h 6858000"/>
              <a:gd name="connsiteX75" fmla="*/ 4405405 w 4417162"/>
              <a:gd name="connsiteY75" fmla="*/ 3557587 h 6858000"/>
              <a:gd name="connsiteX76" fmla="*/ 4393648 w 4417162"/>
              <a:gd name="connsiteY76" fmla="*/ 3609975 h 6858000"/>
              <a:gd name="connsiteX77" fmla="*/ 4378531 w 4417162"/>
              <a:gd name="connsiteY77" fmla="*/ 3656012 h 6858000"/>
              <a:gd name="connsiteX78" fmla="*/ 4361735 w 4417162"/>
              <a:gd name="connsiteY78" fmla="*/ 3697287 h 6858000"/>
              <a:gd name="connsiteX79" fmla="*/ 4341580 w 4417162"/>
              <a:gd name="connsiteY79" fmla="*/ 3736975 h 6858000"/>
              <a:gd name="connsiteX80" fmla="*/ 4301270 w 4417162"/>
              <a:gd name="connsiteY80" fmla="*/ 3811587 h 6858000"/>
              <a:gd name="connsiteX81" fmla="*/ 4282794 w 4417162"/>
              <a:gd name="connsiteY81" fmla="*/ 3848100 h 6858000"/>
              <a:gd name="connsiteX82" fmla="*/ 4264318 w 4417162"/>
              <a:gd name="connsiteY82" fmla="*/ 3890962 h 6858000"/>
              <a:gd name="connsiteX83" fmla="*/ 4249203 w 4417162"/>
              <a:gd name="connsiteY83" fmla="*/ 3935412 h 6858000"/>
              <a:gd name="connsiteX84" fmla="*/ 4239125 w 4417162"/>
              <a:gd name="connsiteY84" fmla="*/ 3987800 h 6858000"/>
              <a:gd name="connsiteX85" fmla="*/ 4229047 w 4417162"/>
              <a:gd name="connsiteY85" fmla="*/ 4048125 h 6858000"/>
              <a:gd name="connsiteX86" fmla="*/ 4227367 w 4417162"/>
              <a:gd name="connsiteY86" fmla="*/ 4116387 h 6858000"/>
              <a:gd name="connsiteX87" fmla="*/ 4229047 w 4417162"/>
              <a:gd name="connsiteY87" fmla="*/ 4186237 h 6858000"/>
              <a:gd name="connsiteX88" fmla="*/ 4239125 w 4417162"/>
              <a:gd name="connsiteY88" fmla="*/ 4244975 h 6858000"/>
              <a:gd name="connsiteX89" fmla="*/ 4249203 w 4417162"/>
              <a:gd name="connsiteY89" fmla="*/ 4297362 h 6858000"/>
              <a:gd name="connsiteX90" fmla="*/ 4264318 w 4417162"/>
              <a:gd name="connsiteY90" fmla="*/ 4343400 h 6858000"/>
              <a:gd name="connsiteX91" fmla="*/ 4282794 w 4417162"/>
              <a:gd name="connsiteY91" fmla="*/ 4386262 h 6858000"/>
              <a:gd name="connsiteX92" fmla="*/ 4301270 w 4417162"/>
              <a:gd name="connsiteY92" fmla="*/ 4424362 h 6858000"/>
              <a:gd name="connsiteX93" fmla="*/ 4341580 w 4417162"/>
              <a:gd name="connsiteY93" fmla="*/ 4498975 h 6858000"/>
              <a:gd name="connsiteX94" fmla="*/ 4361735 w 4417162"/>
              <a:gd name="connsiteY94" fmla="*/ 4537075 h 6858000"/>
              <a:gd name="connsiteX95" fmla="*/ 4378531 w 4417162"/>
              <a:gd name="connsiteY95" fmla="*/ 4579937 h 6858000"/>
              <a:gd name="connsiteX96" fmla="*/ 4393648 w 4417162"/>
              <a:gd name="connsiteY96" fmla="*/ 4625975 h 6858000"/>
              <a:gd name="connsiteX97" fmla="*/ 4405405 w 4417162"/>
              <a:gd name="connsiteY97" fmla="*/ 4678362 h 6858000"/>
              <a:gd name="connsiteX98" fmla="*/ 4413803 w 4417162"/>
              <a:gd name="connsiteY98" fmla="*/ 4738687 h 6858000"/>
              <a:gd name="connsiteX99" fmla="*/ 4417162 w 4417162"/>
              <a:gd name="connsiteY99" fmla="*/ 4806950 h 6858000"/>
              <a:gd name="connsiteX100" fmla="*/ 4413803 w 4417162"/>
              <a:gd name="connsiteY100" fmla="*/ 4875212 h 6858000"/>
              <a:gd name="connsiteX101" fmla="*/ 4405405 w 4417162"/>
              <a:gd name="connsiteY101" fmla="*/ 4935537 h 6858000"/>
              <a:gd name="connsiteX102" fmla="*/ 4393648 w 4417162"/>
              <a:gd name="connsiteY102" fmla="*/ 4987925 h 6858000"/>
              <a:gd name="connsiteX103" fmla="*/ 4378531 w 4417162"/>
              <a:gd name="connsiteY103" fmla="*/ 5033962 h 6858000"/>
              <a:gd name="connsiteX104" fmla="*/ 4361735 w 4417162"/>
              <a:gd name="connsiteY104" fmla="*/ 5075237 h 6858000"/>
              <a:gd name="connsiteX105" fmla="*/ 4341580 w 4417162"/>
              <a:gd name="connsiteY105" fmla="*/ 5114925 h 6858000"/>
              <a:gd name="connsiteX106" fmla="*/ 4321425 w 4417162"/>
              <a:gd name="connsiteY106" fmla="*/ 5149850 h 6858000"/>
              <a:gd name="connsiteX107" fmla="*/ 4301270 w 4417162"/>
              <a:gd name="connsiteY107" fmla="*/ 5186362 h 6858000"/>
              <a:gd name="connsiteX108" fmla="*/ 4282794 w 4417162"/>
              <a:gd name="connsiteY108" fmla="*/ 5226050 h 6858000"/>
              <a:gd name="connsiteX109" fmla="*/ 4264318 w 4417162"/>
              <a:gd name="connsiteY109" fmla="*/ 5268912 h 6858000"/>
              <a:gd name="connsiteX110" fmla="*/ 4249203 w 4417162"/>
              <a:gd name="connsiteY110" fmla="*/ 5313362 h 6858000"/>
              <a:gd name="connsiteX111" fmla="*/ 4239125 w 4417162"/>
              <a:gd name="connsiteY111" fmla="*/ 5365750 h 6858000"/>
              <a:gd name="connsiteX112" fmla="*/ 4229047 w 4417162"/>
              <a:gd name="connsiteY112" fmla="*/ 5426075 h 6858000"/>
              <a:gd name="connsiteX113" fmla="*/ 4227367 w 4417162"/>
              <a:gd name="connsiteY113" fmla="*/ 5494337 h 6858000"/>
              <a:gd name="connsiteX114" fmla="*/ 4229047 w 4417162"/>
              <a:gd name="connsiteY114" fmla="*/ 5562600 h 6858000"/>
              <a:gd name="connsiteX115" fmla="*/ 4239125 w 4417162"/>
              <a:gd name="connsiteY115" fmla="*/ 5622925 h 6858000"/>
              <a:gd name="connsiteX116" fmla="*/ 4249203 w 4417162"/>
              <a:gd name="connsiteY116" fmla="*/ 5675312 h 6858000"/>
              <a:gd name="connsiteX117" fmla="*/ 4264318 w 4417162"/>
              <a:gd name="connsiteY117" fmla="*/ 5721350 h 6858000"/>
              <a:gd name="connsiteX118" fmla="*/ 4282794 w 4417162"/>
              <a:gd name="connsiteY118" fmla="*/ 5762625 h 6858000"/>
              <a:gd name="connsiteX119" fmla="*/ 4301270 w 4417162"/>
              <a:gd name="connsiteY119" fmla="*/ 5802312 h 6858000"/>
              <a:gd name="connsiteX120" fmla="*/ 4321425 w 4417162"/>
              <a:gd name="connsiteY120" fmla="*/ 5840412 h 6858000"/>
              <a:gd name="connsiteX121" fmla="*/ 4341580 w 4417162"/>
              <a:gd name="connsiteY121" fmla="*/ 5876925 h 6858000"/>
              <a:gd name="connsiteX122" fmla="*/ 4361735 w 4417162"/>
              <a:gd name="connsiteY122" fmla="*/ 5915025 h 6858000"/>
              <a:gd name="connsiteX123" fmla="*/ 4378531 w 4417162"/>
              <a:gd name="connsiteY123" fmla="*/ 5956300 h 6858000"/>
              <a:gd name="connsiteX124" fmla="*/ 4393648 w 4417162"/>
              <a:gd name="connsiteY124" fmla="*/ 6003925 h 6858000"/>
              <a:gd name="connsiteX125" fmla="*/ 4405405 w 4417162"/>
              <a:gd name="connsiteY125" fmla="*/ 6056312 h 6858000"/>
              <a:gd name="connsiteX126" fmla="*/ 4413803 w 4417162"/>
              <a:gd name="connsiteY126" fmla="*/ 6113462 h 6858000"/>
              <a:gd name="connsiteX127" fmla="*/ 4417162 w 4417162"/>
              <a:gd name="connsiteY127" fmla="*/ 6183312 h 6858000"/>
              <a:gd name="connsiteX128" fmla="*/ 4413803 w 4417162"/>
              <a:gd name="connsiteY128" fmla="*/ 6251575 h 6858000"/>
              <a:gd name="connsiteX129" fmla="*/ 4405405 w 4417162"/>
              <a:gd name="connsiteY129" fmla="*/ 6311900 h 6858000"/>
              <a:gd name="connsiteX130" fmla="*/ 4393648 w 4417162"/>
              <a:gd name="connsiteY130" fmla="*/ 6361112 h 6858000"/>
              <a:gd name="connsiteX131" fmla="*/ 4378531 w 4417162"/>
              <a:gd name="connsiteY131" fmla="*/ 6407150 h 6858000"/>
              <a:gd name="connsiteX132" fmla="*/ 4361735 w 4417162"/>
              <a:gd name="connsiteY132" fmla="*/ 6448425 h 6858000"/>
              <a:gd name="connsiteX133" fmla="*/ 4343260 w 4417162"/>
              <a:gd name="connsiteY133" fmla="*/ 6488112 h 6858000"/>
              <a:gd name="connsiteX134" fmla="*/ 4324784 w 4417162"/>
              <a:gd name="connsiteY134" fmla="*/ 6523037 h 6858000"/>
              <a:gd name="connsiteX135" fmla="*/ 4304629 w 4417162"/>
              <a:gd name="connsiteY135" fmla="*/ 6561137 h 6858000"/>
              <a:gd name="connsiteX136" fmla="*/ 4284474 w 4417162"/>
              <a:gd name="connsiteY136" fmla="*/ 6597650 h 6858000"/>
              <a:gd name="connsiteX137" fmla="*/ 4267678 w 4417162"/>
              <a:gd name="connsiteY137" fmla="*/ 6640512 h 6858000"/>
              <a:gd name="connsiteX138" fmla="*/ 4250882 w 4417162"/>
              <a:gd name="connsiteY138" fmla="*/ 6683375 h 6858000"/>
              <a:gd name="connsiteX139" fmla="*/ 4240804 w 4417162"/>
              <a:gd name="connsiteY139" fmla="*/ 6735762 h 6858000"/>
              <a:gd name="connsiteX140" fmla="*/ 4232407 w 4417162"/>
              <a:gd name="connsiteY140" fmla="*/ 6791325 h 6858000"/>
              <a:gd name="connsiteX141" fmla="*/ 4227367 w 4417162"/>
              <a:gd name="connsiteY141" fmla="*/ 6858000 h 6858000"/>
              <a:gd name="connsiteX142" fmla="*/ 2310062 w 4417162"/>
              <a:gd name="connsiteY142" fmla="*/ 6858000 h 6858000"/>
              <a:gd name="connsiteX143" fmla="*/ 144378 w 4417162"/>
              <a:gd name="connsiteY143" fmla="*/ 6858000 h 6858000"/>
              <a:gd name="connsiteX144" fmla="*/ 0 w 4417162"/>
              <a:gd name="connsiteY14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4417162" h="6858000">
                <a:moveTo>
                  <a:pt x="0" y="0"/>
                </a:moveTo>
                <a:lnTo>
                  <a:pt x="144378" y="0"/>
                </a:lnTo>
                <a:lnTo>
                  <a:pt x="2310062" y="0"/>
                </a:lnTo>
                <a:lnTo>
                  <a:pt x="4227367" y="0"/>
                </a:lnTo>
                <a:lnTo>
                  <a:pt x="4232407" y="66675"/>
                </a:lnTo>
                <a:lnTo>
                  <a:pt x="4240804" y="122237"/>
                </a:lnTo>
                <a:lnTo>
                  <a:pt x="4250882" y="174625"/>
                </a:lnTo>
                <a:lnTo>
                  <a:pt x="4267678" y="217487"/>
                </a:lnTo>
                <a:lnTo>
                  <a:pt x="4284474" y="260350"/>
                </a:lnTo>
                <a:lnTo>
                  <a:pt x="4304629" y="296862"/>
                </a:lnTo>
                <a:lnTo>
                  <a:pt x="4324784" y="334962"/>
                </a:lnTo>
                <a:lnTo>
                  <a:pt x="4343260" y="369887"/>
                </a:lnTo>
                <a:lnTo>
                  <a:pt x="4361735" y="409575"/>
                </a:lnTo>
                <a:lnTo>
                  <a:pt x="4378531" y="450850"/>
                </a:lnTo>
                <a:lnTo>
                  <a:pt x="4393648" y="496887"/>
                </a:lnTo>
                <a:lnTo>
                  <a:pt x="4405405" y="546100"/>
                </a:lnTo>
                <a:lnTo>
                  <a:pt x="4413803" y="606425"/>
                </a:lnTo>
                <a:lnTo>
                  <a:pt x="4417162" y="673100"/>
                </a:lnTo>
                <a:lnTo>
                  <a:pt x="4413803" y="744537"/>
                </a:lnTo>
                <a:lnTo>
                  <a:pt x="4405405" y="801687"/>
                </a:lnTo>
                <a:lnTo>
                  <a:pt x="4393648" y="854075"/>
                </a:lnTo>
                <a:lnTo>
                  <a:pt x="4378531" y="901700"/>
                </a:lnTo>
                <a:lnTo>
                  <a:pt x="4361735" y="942975"/>
                </a:lnTo>
                <a:lnTo>
                  <a:pt x="4341580" y="981075"/>
                </a:lnTo>
                <a:lnTo>
                  <a:pt x="4321425" y="1017587"/>
                </a:lnTo>
                <a:lnTo>
                  <a:pt x="4301270" y="1055687"/>
                </a:lnTo>
                <a:lnTo>
                  <a:pt x="4282794" y="1095375"/>
                </a:lnTo>
                <a:lnTo>
                  <a:pt x="4264318" y="1136650"/>
                </a:lnTo>
                <a:lnTo>
                  <a:pt x="4249203" y="1182687"/>
                </a:lnTo>
                <a:lnTo>
                  <a:pt x="4239125" y="1235075"/>
                </a:lnTo>
                <a:lnTo>
                  <a:pt x="4229047" y="1295400"/>
                </a:lnTo>
                <a:lnTo>
                  <a:pt x="4227367" y="1363662"/>
                </a:lnTo>
                <a:lnTo>
                  <a:pt x="4229047" y="1431925"/>
                </a:lnTo>
                <a:lnTo>
                  <a:pt x="4239125" y="1492250"/>
                </a:lnTo>
                <a:lnTo>
                  <a:pt x="4249203" y="1544637"/>
                </a:lnTo>
                <a:lnTo>
                  <a:pt x="4264318" y="1589087"/>
                </a:lnTo>
                <a:lnTo>
                  <a:pt x="4282794" y="1631950"/>
                </a:lnTo>
                <a:lnTo>
                  <a:pt x="4301270" y="1671637"/>
                </a:lnTo>
                <a:lnTo>
                  <a:pt x="4321425" y="1708150"/>
                </a:lnTo>
                <a:lnTo>
                  <a:pt x="4341580" y="1743075"/>
                </a:lnTo>
                <a:lnTo>
                  <a:pt x="4361735" y="1782762"/>
                </a:lnTo>
                <a:lnTo>
                  <a:pt x="4378531" y="1824037"/>
                </a:lnTo>
                <a:lnTo>
                  <a:pt x="4393648" y="1870075"/>
                </a:lnTo>
                <a:lnTo>
                  <a:pt x="4405405" y="1922462"/>
                </a:lnTo>
                <a:lnTo>
                  <a:pt x="4413803" y="1982787"/>
                </a:lnTo>
                <a:lnTo>
                  <a:pt x="4417162" y="2051050"/>
                </a:lnTo>
                <a:lnTo>
                  <a:pt x="4413803" y="2119312"/>
                </a:lnTo>
                <a:lnTo>
                  <a:pt x="4405405" y="2179637"/>
                </a:lnTo>
                <a:lnTo>
                  <a:pt x="4393648" y="2232025"/>
                </a:lnTo>
                <a:lnTo>
                  <a:pt x="4378531" y="2278062"/>
                </a:lnTo>
                <a:lnTo>
                  <a:pt x="4361735" y="2319337"/>
                </a:lnTo>
                <a:lnTo>
                  <a:pt x="4341580" y="2359025"/>
                </a:lnTo>
                <a:lnTo>
                  <a:pt x="4321425" y="2395537"/>
                </a:lnTo>
                <a:lnTo>
                  <a:pt x="4301270" y="2433637"/>
                </a:lnTo>
                <a:lnTo>
                  <a:pt x="4282794" y="2471737"/>
                </a:lnTo>
                <a:lnTo>
                  <a:pt x="4264318" y="2513012"/>
                </a:lnTo>
                <a:lnTo>
                  <a:pt x="4249203" y="2560637"/>
                </a:lnTo>
                <a:lnTo>
                  <a:pt x="4239125" y="2613025"/>
                </a:lnTo>
                <a:lnTo>
                  <a:pt x="4229047" y="2671762"/>
                </a:lnTo>
                <a:lnTo>
                  <a:pt x="4227367" y="2741612"/>
                </a:lnTo>
                <a:lnTo>
                  <a:pt x="4229047" y="2809875"/>
                </a:lnTo>
                <a:lnTo>
                  <a:pt x="4239125" y="2868612"/>
                </a:lnTo>
                <a:lnTo>
                  <a:pt x="4249203" y="2922587"/>
                </a:lnTo>
                <a:lnTo>
                  <a:pt x="4264318" y="2967037"/>
                </a:lnTo>
                <a:lnTo>
                  <a:pt x="4282794" y="3009900"/>
                </a:lnTo>
                <a:lnTo>
                  <a:pt x="4301270" y="3046412"/>
                </a:lnTo>
                <a:lnTo>
                  <a:pt x="4321425" y="3084512"/>
                </a:lnTo>
                <a:lnTo>
                  <a:pt x="4341580" y="3121025"/>
                </a:lnTo>
                <a:lnTo>
                  <a:pt x="4361735" y="3160712"/>
                </a:lnTo>
                <a:lnTo>
                  <a:pt x="4378531" y="3201987"/>
                </a:lnTo>
                <a:lnTo>
                  <a:pt x="4393648" y="3248025"/>
                </a:lnTo>
                <a:lnTo>
                  <a:pt x="4405405" y="3300412"/>
                </a:lnTo>
                <a:lnTo>
                  <a:pt x="4413803" y="3360737"/>
                </a:lnTo>
                <a:lnTo>
                  <a:pt x="4417162" y="3427412"/>
                </a:lnTo>
                <a:lnTo>
                  <a:pt x="4413803" y="3497262"/>
                </a:lnTo>
                <a:lnTo>
                  <a:pt x="4405405" y="3557587"/>
                </a:lnTo>
                <a:lnTo>
                  <a:pt x="4393648" y="3609975"/>
                </a:lnTo>
                <a:lnTo>
                  <a:pt x="4378531" y="3656012"/>
                </a:lnTo>
                <a:lnTo>
                  <a:pt x="4361735" y="3697287"/>
                </a:lnTo>
                <a:lnTo>
                  <a:pt x="4341580" y="3736975"/>
                </a:lnTo>
                <a:lnTo>
                  <a:pt x="4301270" y="3811587"/>
                </a:lnTo>
                <a:lnTo>
                  <a:pt x="4282794" y="3848100"/>
                </a:lnTo>
                <a:lnTo>
                  <a:pt x="4264318" y="3890962"/>
                </a:lnTo>
                <a:lnTo>
                  <a:pt x="4249203" y="3935412"/>
                </a:lnTo>
                <a:lnTo>
                  <a:pt x="4239125" y="3987800"/>
                </a:lnTo>
                <a:lnTo>
                  <a:pt x="4229047" y="4048125"/>
                </a:lnTo>
                <a:lnTo>
                  <a:pt x="4227367" y="4116387"/>
                </a:lnTo>
                <a:lnTo>
                  <a:pt x="4229047" y="4186237"/>
                </a:lnTo>
                <a:lnTo>
                  <a:pt x="4239125" y="4244975"/>
                </a:lnTo>
                <a:lnTo>
                  <a:pt x="4249203" y="4297362"/>
                </a:lnTo>
                <a:lnTo>
                  <a:pt x="4264318" y="4343400"/>
                </a:lnTo>
                <a:lnTo>
                  <a:pt x="4282794" y="4386262"/>
                </a:lnTo>
                <a:lnTo>
                  <a:pt x="4301270" y="4424362"/>
                </a:lnTo>
                <a:lnTo>
                  <a:pt x="4341580" y="4498975"/>
                </a:lnTo>
                <a:lnTo>
                  <a:pt x="4361735" y="4537075"/>
                </a:lnTo>
                <a:lnTo>
                  <a:pt x="4378531" y="4579937"/>
                </a:lnTo>
                <a:lnTo>
                  <a:pt x="4393648" y="4625975"/>
                </a:lnTo>
                <a:lnTo>
                  <a:pt x="4405405" y="4678362"/>
                </a:lnTo>
                <a:lnTo>
                  <a:pt x="4413803" y="4738687"/>
                </a:lnTo>
                <a:lnTo>
                  <a:pt x="4417162" y="4806950"/>
                </a:lnTo>
                <a:lnTo>
                  <a:pt x="4413803" y="4875212"/>
                </a:lnTo>
                <a:lnTo>
                  <a:pt x="4405405" y="4935537"/>
                </a:lnTo>
                <a:lnTo>
                  <a:pt x="4393648" y="4987925"/>
                </a:lnTo>
                <a:lnTo>
                  <a:pt x="4378531" y="5033962"/>
                </a:lnTo>
                <a:lnTo>
                  <a:pt x="4361735" y="5075237"/>
                </a:lnTo>
                <a:lnTo>
                  <a:pt x="4341580" y="5114925"/>
                </a:lnTo>
                <a:lnTo>
                  <a:pt x="4321425" y="5149850"/>
                </a:lnTo>
                <a:lnTo>
                  <a:pt x="4301270" y="5186362"/>
                </a:lnTo>
                <a:lnTo>
                  <a:pt x="4282794" y="5226050"/>
                </a:lnTo>
                <a:lnTo>
                  <a:pt x="4264318" y="5268912"/>
                </a:lnTo>
                <a:lnTo>
                  <a:pt x="4249203" y="5313362"/>
                </a:lnTo>
                <a:lnTo>
                  <a:pt x="4239125" y="5365750"/>
                </a:lnTo>
                <a:lnTo>
                  <a:pt x="4229047" y="5426075"/>
                </a:lnTo>
                <a:lnTo>
                  <a:pt x="4227367" y="5494337"/>
                </a:lnTo>
                <a:lnTo>
                  <a:pt x="4229047" y="5562600"/>
                </a:lnTo>
                <a:lnTo>
                  <a:pt x="4239125" y="5622925"/>
                </a:lnTo>
                <a:lnTo>
                  <a:pt x="4249203" y="5675312"/>
                </a:lnTo>
                <a:lnTo>
                  <a:pt x="4264318" y="5721350"/>
                </a:lnTo>
                <a:lnTo>
                  <a:pt x="4282794" y="5762625"/>
                </a:lnTo>
                <a:lnTo>
                  <a:pt x="4301270" y="5802312"/>
                </a:lnTo>
                <a:lnTo>
                  <a:pt x="4321425" y="5840412"/>
                </a:lnTo>
                <a:lnTo>
                  <a:pt x="4341580" y="5876925"/>
                </a:lnTo>
                <a:lnTo>
                  <a:pt x="4361735" y="5915025"/>
                </a:lnTo>
                <a:lnTo>
                  <a:pt x="4378531" y="5956300"/>
                </a:lnTo>
                <a:lnTo>
                  <a:pt x="4393648" y="6003925"/>
                </a:lnTo>
                <a:lnTo>
                  <a:pt x="4405405" y="6056312"/>
                </a:lnTo>
                <a:lnTo>
                  <a:pt x="4413803" y="6113462"/>
                </a:lnTo>
                <a:lnTo>
                  <a:pt x="4417162" y="6183312"/>
                </a:lnTo>
                <a:lnTo>
                  <a:pt x="4413803" y="6251575"/>
                </a:lnTo>
                <a:lnTo>
                  <a:pt x="4405405" y="6311900"/>
                </a:lnTo>
                <a:lnTo>
                  <a:pt x="4393648" y="6361112"/>
                </a:lnTo>
                <a:lnTo>
                  <a:pt x="4378531" y="6407150"/>
                </a:lnTo>
                <a:lnTo>
                  <a:pt x="4361735" y="6448425"/>
                </a:lnTo>
                <a:lnTo>
                  <a:pt x="4343260" y="6488112"/>
                </a:lnTo>
                <a:lnTo>
                  <a:pt x="4324784" y="6523037"/>
                </a:lnTo>
                <a:lnTo>
                  <a:pt x="4304629" y="6561137"/>
                </a:lnTo>
                <a:lnTo>
                  <a:pt x="4284474" y="6597650"/>
                </a:lnTo>
                <a:lnTo>
                  <a:pt x="4267678" y="6640512"/>
                </a:lnTo>
                <a:lnTo>
                  <a:pt x="4250882" y="6683375"/>
                </a:lnTo>
                <a:lnTo>
                  <a:pt x="4240804" y="6735762"/>
                </a:lnTo>
                <a:lnTo>
                  <a:pt x="4232407" y="6791325"/>
                </a:lnTo>
                <a:lnTo>
                  <a:pt x="4227367" y="6858000"/>
                </a:lnTo>
                <a:lnTo>
                  <a:pt x="2310062" y="6858000"/>
                </a:lnTo>
                <a:lnTo>
                  <a:pt x="144378" y="6858000"/>
                </a:lnTo>
                <a:lnTo>
                  <a:pt x="0" y="6858000"/>
                </a:lnTo>
                <a:close/>
              </a:path>
            </a:pathLst>
          </a:custGeom>
          <a:solidFill>
            <a:srgbClr val="FFFFFF"/>
          </a:solidFill>
          <a:ln w="0">
            <a:noFill/>
            <a:prstDash val="solid"/>
            <a:round/>
            <a:headEnd/>
            <a:tailEnd/>
          </a:ln>
        </p:spPr>
      </p:sp>
      <p:sp useBgFill="1">
        <p:nvSpPr>
          <p:cNvPr id="53" name="Freeform: Shape 52">
            <a:extLst>
              <a:ext uri="{FF2B5EF4-FFF2-40B4-BE49-F238E27FC236}">
                <a16:creationId xmlns:a16="http://schemas.microsoft.com/office/drawing/2014/main" id="{A7A4B465-FBCC-4CD4-89A1-82992A7B47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4272784" cy="6858000"/>
          </a:xfrm>
          <a:custGeom>
            <a:avLst/>
            <a:gdLst>
              <a:gd name="connsiteX0" fmla="*/ 0 w 4272784"/>
              <a:gd name="connsiteY0" fmla="*/ 0 h 6858000"/>
              <a:gd name="connsiteX1" fmla="*/ 4082989 w 4272784"/>
              <a:gd name="connsiteY1" fmla="*/ 0 h 6858000"/>
              <a:gd name="connsiteX2" fmla="*/ 4088029 w 4272784"/>
              <a:gd name="connsiteY2" fmla="*/ 66675 h 6858000"/>
              <a:gd name="connsiteX3" fmla="*/ 4096426 w 4272784"/>
              <a:gd name="connsiteY3" fmla="*/ 122237 h 6858000"/>
              <a:gd name="connsiteX4" fmla="*/ 4106504 w 4272784"/>
              <a:gd name="connsiteY4" fmla="*/ 174625 h 6858000"/>
              <a:gd name="connsiteX5" fmla="*/ 4123300 w 4272784"/>
              <a:gd name="connsiteY5" fmla="*/ 217487 h 6858000"/>
              <a:gd name="connsiteX6" fmla="*/ 4140096 w 4272784"/>
              <a:gd name="connsiteY6" fmla="*/ 260350 h 6858000"/>
              <a:gd name="connsiteX7" fmla="*/ 4160251 w 4272784"/>
              <a:gd name="connsiteY7" fmla="*/ 296862 h 6858000"/>
              <a:gd name="connsiteX8" fmla="*/ 4180406 w 4272784"/>
              <a:gd name="connsiteY8" fmla="*/ 334962 h 6858000"/>
              <a:gd name="connsiteX9" fmla="*/ 4198882 w 4272784"/>
              <a:gd name="connsiteY9" fmla="*/ 369887 h 6858000"/>
              <a:gd name="connsiteX10" fmla="*/ 4217357 w 4272784"/>
              <a:gd name="connsiteY10" fmla="*/ 409575 h 6858000"/>
              <a:gd name="connsiteX11" fmla="*/ 4234153 w 4272784"/>
              <a:gd name="connsiteY11" fmla="*/ 450850 h 6858000"/>
              <a:gd name="connsiteX12" fmla="*/ 4249270 w 4272784"/>
              <a:gd name="connsiteY12" fmla="*/ 496887 h 6858000"/>
              <a:gd name="connsiteX13" fmla="*/ 4261027 w 4272784"/>
              <a:gd name="connsiteY13" fmla="*/ 546100 h 6858000"/>
              <a:gd name="connsiteX14" fmla="*/ 4269425 w 4272784"/>
              <a:gd name="connsiteY14" fmla="*/ 606425 h 6858000"/>
              <a:gd name="connsiteX15" fmla="*/ 4272784 w 4272784"/>
              <a:gd name="connsiteY15" fmla="*/ 673100 h 6858000"/>
              <a:gd name="connsiteX16" fmla="*/ 4269425 w 4272784"/>
              <a:gd name="connsiteY16" fmla="*/ 744537 h 6858000"/>
              <a:gd name="connsiteX17" fmla="*/ 4261027 w 4272784"/>
              <a:gd name="connsiteY17" fmla="*/ 801687 h 6858000"/>
              <a:gd name="connsiteX18" fmla="*/ 4249270 w 4272784"/>
              <a:gd name="connsiteY18" fmla="*/ 854075 h 6858000"/>
              <a:gd name="connsiteX19" fmla="*/ 4234153 w 4272784"/>
              <a:gd name="connsiteY19" fmla="*/ 901700 h 6858000"/>
              <a:gd name="connsiteX20" fmla="*/ 4217357 w 4272784"/>
              <a:gd name="connsiteY20" fmla="*/ 942975 h 6858000"/>
              <a:gd name="connsiteX21" fmla="*/ 4197202 w 4272784"/>
              <a:gd name="connsiteY21" fmla="*/ 981075 h 6858000"/>
              <a:gd name="connsiteX22" fmla="*/ 4177047 w 4272784"/>
              <a:gd name="connsiteY22" fmla="*/ 1017587 h 6858000"/>
              <a:gd name="connsiteX23" fmla="*/ 4156892 w 4272784"/>
              <a:gd name="connsiteY23" fmla="*/ 1055687 h 6858000"/>
              <a:gd name="connsiteX24" fmla="*/ 4138416 w 4272784"/>
              <a:gd name="connsiteY24" fmla="*/ 1095375 h 6858000"/>
              <a:gd name="connsiteX25" fmla="*/ 4119940 w 4272784"/>
              <a:gd name="connsiteY25" fmla="*/ 1136650 h 6858000"/>
              <a:gd name="connsiteX26" fmla="*/ 4104825 w 4272784"/>
              <a:gd name="connsiteY26" fmla="*/ 1182687 h 6858000"/>
              <a:gd name="connsiteX27" fmla="*/ 4094747 w 4272784"/>
              <a:gd name="connsiteY27" fmla="*/ 1235075 h 6858000"/>
              <a:gd name="connsiteX28" fmla="*/ 4084669 w 4272784"/>
              <a:gd name="connsiteY28" fmla="*/ 1295400 h 6858000"/>
              <a:gd name="connsiteX29" fmla="*/ 4082989 w 4272784"/>
              <a:gd name="connsiteY29" fmla="*/ 1363662 h 6858000"/>
              <a:gd name="connsiteX30" fmla="*/ 4084669 w 4272784"/>
              <a:gd name="connsiteY30" fmla="*/ 1431925 h 6858000"/>
              <a:gd name="connsiteX31" fmla="*/ 4094747 w 4272784"/>
              <a:gd name="connsiteY31" fmla="*/ 1492250 h 6858000"/>
              <a:gd name="connsiteX32" fmla="*/ 4104825 w 4272784"/>
              <a:gd name="connsiteY32" fmla="*/ 1544637 h 6858000"/>
              <a:gd name="connsiteX33" fmla="*/ 4119940 w 4272784"/>
              <a:gd name="connsiteY33" fmla="*/ 1589087 h 6858000"/>
              <a:gd name="connsiteX34" fmla="*/ 4138416 w 4272784"/>
              <a:gd name="connsiteY34" fmla="*/ 1631950 h 6858000"/>
              <a:gd name="connsiteX35" fmla="*/ 4156892 w 4272784"/>
              <a:gd name="connsiteY35" fmla="*/ 1671637 h 6858000"/>
              <a:gd name="connsiteX36" fmla="*/ 4177047 w 4272784"/>
              <a:gd name="connsiteY36" fmla="*/ 1708150 h 6858000"/>
              <a:gd name="connsiteX37" fmla="*/ 4197202 w 4272784"/>
              <a:gd name="connsiteY37" fmla="*/ 1743075 h 6858000"/>
              <a:gd name="connsiteX38" fmla="*/ 4217357 w 4272784"/>
              <a:gd name="connsiteY38" fmla="*/ 1782762 h 6858000"/>
              <a:gd name="connsiteX39" fmla="*/ 4234153 w 4272784"/>
              <a:gd name="connsiteY39" fmla="*/ 1824037 h 6858000"/>
              <a:gd name="connsiteX40" fmla="*/ 4249270 w 4272784"/>
              <a:gd name="connsiteY40" fmla="*/ 1870075 h 6858000"/>
              <a:gd name="connsiteX41" fmla="*/ 4261027 w 4272784"/>
              <a:gd name="connsiteY41" fmla="*/ 1922462 h 6858000"/>
              <a:gd name="connsiteX42" fmla="*/ 4269425 w 4272784"/>
              <a:gd name="connsiteY42" fmla="*/ 1982787 h 6858000"/>
              <a:gd name="connsiteX43" fmla="*/ 4272784 w 4272784"/>
              <a:gd name="connsiteY43" fmla="*/ 2051050 h 6858000"/>
              <a:gd name="connsiteX44" fmla="*/ 4269425 w 4272784"/>
              <a:gd name="connsiteY44" fmla="*/ 2119312 h 6858000"/>
              <a:gd name="connsiteX45" fmla="*/ 4261027 w 4272784"/>
              <a:gd name="connsiteY45" fmla="*/ 2179637 h 6858000"/>
              <a:gd name="connsiteX46" fmla="*/ 4249270 w 4272784"/>
              <a:gd name="connsiteY46" fmla="*/ 2232025 h 6858000"/>
              <a:gd name="connsiteX47" fmla="*/ 4234153 w 4272784"/>
              <a:gd name="connsiteY47" fmla="*/ 2278062 h 6858000"/>
              <a:gd name="connsiteX48" fmla="*/ 4217357 w 4272784"/>
              <a:gd name="connsiteY48" fmla="*/ 2319337 h 6858000"/>
              <a:gd name="connsiteX49" fmla="*/ 4197202 w 4272784"/>
              <a:gd name="connsiteY49" fmla="*/ 2359025 h 6858000"/>
              <a:gd name="connsiteX50" fmla="*/ 4177047 w 4272784"/>
              <a:gd name="connsiteY50" fmla="*/ 2395537 h 6858000"/>
              <a:gd name="connsiteX51" fmla="*/ 4156892 w 4272784"/>
              <a:gd name="connsiteY51" fmla="*/ 2433637 h 6858000"/>
              <a:gd name="connsiteX52" fmla="*/ 4138416 w 4272784"/>
              <a:gd name="connsiteY52" fmla="*/ 2471737 h 6858000"/>
              <a:gd name="connsiteX53" fmla="*/ 4119940 w 4272784"/>
              <a:gd name="connsiteY53" fmla="*/ 2513012 h 6858000"/>
              <a:gd name="connsiteX54" fmla="*/ 4104825 w 4272784"/>
              <a:gd name="connsiteY54" fmla="*/ 2560637 h 6858000"/>
              <a:gd name="connsiteX55" fmla="*/ 4094747 w 4272784"/>
              <a:gd name="connsiteY55" fmla="*/ 2613025 h 6858000"/>
              <a:gd name="connsiteX56" fmla="*/ 4084669 w 4272784"/>
              <a:gd name="connsiteY56" fmla="*/ 2671762 h 6858000"/>
              <a:gd name="connsiteX57" fmla="*/ 4082989 w 4272784"/>
              <a:gd name="connsiteY57" fmla="*/ 2741612 h 6858000"/>
              <a:gd name="connsiteX58" fmla="*/ 4084669 w 4272784"/>
              <a:gd name="connsiteY58" fmla="*/ 2809875 h 6858000"/>
              <a:gd name="connsiteX59" fmla="*/ 4094747 w 4272784"/>
              <a:gd name="connsiteY59" fmla="*/ 2868612 h 6858000"/>
              <a:gd name="connsiteX60" fmla="*/ 4104825 w 4272784"/>
              <a:gd name="connsiteY60" fmla="*/ 2922587 h 6858000"/>
              <a:gd name="connsiteX61" fmla="*/ 4119940 w 4272784"/>
              <a:gd name="connsiteY61" fmla="*/ 2967037 h 6858000"/>
              <a:gd name="connsiteX62" fmla="*/ 4138416 w 4272784"/>
              <a:gd name="connsiteY62" fmla="*/ 3009900 h 6858000"/>
              <a:gd name="connsiteX63" fmla="*/ 4156892 w 4272784"/>
              <a:gd name="connsiteY63" fmla="*/ 3046412 h 6858000"/>
              <a:gd name="connsiteX64" fmla="*/ 4177047 w 4272784"/>
              <a:gd name="connsiteY64" fmla="*/ 3084512 h 6858000"/>
              <a:gd name="connsiteX65" fmla="*/ 4197202 w 4272784"/>
              <a:gd name="connsiteY65" fmla="*/ 3121025 h 6858000"/>
              <a:gd name="connsiteX66" fmla="*/ 4217357 w 4272784"/>
              <a:gd name="connsiteY66" fmla="*/ 3160712 h 6858000"/>
              <a:gd name="connsiteX67" fmla="*/ 4234153 w 4272784"/>
              <a:gd name="connsiteY67" fmla="*/ 3201987 h 6858000"/>
              <a:gd name="connsiteX68" fmla="*/ 4249270 w 4272784"/>
              <a:gd name="connsiteY68" fmla="*/ 3248025 h 6858000"/>
              <a:gd name="connsiteX69" fmla="*/ 4261027 w 4272784"/>
              <a:gd name="connsiteY69" fmla="*/ 3300412 h 6858000"/>
              <a:gd name="connsiteX70" fmla="*/ 4269425 w 4272784"/>
              <a:gd name="connsiteY70" fmla="*/ 3360737 h 6858000"/>
              <a:gd name="connsiteX71" fmla="*/ 4272784 w 4272784"/>
              <a:gd name="connsiteY71" fmla="*/ 3427412 h 6858000"/>
              <a:gd name="connsiteX72" fmla="*/ 4269425 w 4272784"/>
              <a:gd name="connsiteY72" fmla="*/ 3497262 h 6858000"/>
              <a:gd name="connsiteX73" fmla="*/ 4261027 w 4272784"/>
              <a:gd name="connsiteY73" fmla="*/ 3557587 h 6858000"/>
              <a:gd name="connsiteX74" fmla="*/ 4249270 w 4272784"/>
              <a:gd name="connsiteY74" fmla="*/ 3609975 h 6858000"/>
              <a:gd name="connsiteX75" fmla="*/ 4234153 w 4272784"/>
              <a:gd name="connsiteY75" fmla="*/ 3656012 h 6858000"/>
              <a:gd name="connsiteX76" fmla="*/ 4217357 w 4272784"/>
              <a:gd name="connsiteY76" fmla="*/ 3697287 h 6858000"/>
              <a:gd name="connsiteX77" fmla="*/ 4197202 w 4272784"/>
              <a:gd name="connsiteY77" fmla="*/ 3736975 h 6858000"/>
              <a:gd name="connsiteX78" fmla="*/ 4156892 w 4272784"/>
              <a:gd name="connsiteY78" fmla="*/ 3811587 h 6858000"/>
              <a:gd name="connsiteX79" fmla="*/ 4138416 w 4272784"/>
              <a:gd name="connsiteY79" fmla="*/ 3848100 h 6858000"/>
              <a:gd name="connsiteX80" fmla="*/ 4119940 w 4272784"/>
              <a:gd name="connsiteY80" fmla="*/ 3890962 h 6858000"/>
              <a:gd name="connsiteX81" fmla="*/ 4104825 w 4272784"/>
              <a:gd name="connsiteY81" fmla="*/ 3935412 h 6858000"/>
              <a:gd name="connsiteX82" fmla="*/ 4094747 w 4272784"/>
              <a:gd name="connsiteY82" fmla="*/ 3987800 h 6858000"/>
              <a:gd name="connsiteX83" fmla="*/ 4084669 w 4272784"/>
              <a:gd name="connsiteY83" fmla="*/ 4048125 h 6858000"/>
              <a:gd name="connsiteX84" fmla="*/ 4082989 w 4272784"/>
              <a:gd name="connsiteY84" fmla="*/ 4116387 h 6858000"/>
              <a:gd name="connsiteX85" fmla="*/ 4084669 w 4272784"/>
              <a:gd name="connsiteY85" fmla="*/ 4186237 h 6858000"/>
              <a:gd name="connsiteX86" fmla="*/ 4094747 w 4272784"/>
              <a:gd name="connsiteY86" fmla="*/ 4244975 h 6858000"/>
              <a:gd name="connsiteX87" fmla="*/ 4104825 w 4272784"/>
              <a:gd name="connsiteY87" fmla="*/ 4297362 h 6858000"/>
              <a:gd name="connsiteX88" fmla="*/ 4119940 w 4272784"/>
              <a:gd name="connsiteY88" fmla="*/ 4343400 h 6858000"/>
              <a:gd name="connsiteX89" fmla="*/ 4138416 w 4272784"/>
              <a:gd name="connsiteY89" fmla="*/ 4386262 h 6858000"/>
              <a:gd name="connsiteX90" fmla="*/ 4156892 w 4272784"/>
              <a:gd name="connsiteY90" fmla="*/ 4424362 h 6858000"/>
              <a:gd name="connsiteX91" fmla="*/ 4197202 w 4272784"/>
              <a:gd name="connsiteY91" fmla="*/ 4498975 h 6858000"/>
              <a:gd name="connsiteX92" fmla="*/ 4217357 w 4272784"/>
              <a:gd name="connsiteY92" fmla="*/ 4537075 h 6858000"/>
              <a:gd name="connsiteX93" fmla="*/ 4234153 w 4272784"/>
              <a:gd name="connsiteY93" fmla="*/ 4579937 h 6858000"/>
              <a:gd name="connsiteX94" fmla="*/ 4249270 w 4272784"/>
              <a:gd name="connsiteY94" fmla="*/ 4625975 h 6858000"/>
              <a:gd name="connsiteX95" fmla="*/ 4261027 w 4272784"/>
              <a:gd name="connsiteY95" fmla="*/ 4678362 h 6858000"/>
              <a:gd name="connsiteX96" fmla="*/ 4269425 w 4272784"/>
              <a:gd name="connsiteY96" fmla="*/ 4738687 h 6858000"/>
              <a:gd name="connsiteX97" fmla="*/ 4272784 w 4272784"/>
              <a:gd name="connsiteY97" fmla="*/ 4806950 h 6858000"/>
              <a:gd name="connsiteX98" fmla="*/ 4269425 w 4272784"/>
              <a:gd name="connsiteY98" fmla="*/ 4875212 h 6858000"/>
              <a:gd name="connsiteX99" fmla="*/ 4261027 w 4272784"/>
              <a:gd name="connsiteY99" fmla="*/ 4935537 h 6858000"/>
              <a:gd name="connsiteX100" fmla="*/ 4249270 w 4272784"/>
              <a:gd name="connsiteY100" fmla="*/ 4987925 h 6858000"/>
              <a:gd name="connsiteX101" fmla="*/ 4234153 w 4272784"/>
              <a:gd name="connsiteY101" fmla="*/ 5033962 h 6858000"/>
              <a:gd name="connsiteX102" fmla="*/ 4217357 w 4272784"/>
              <a:gd name="connsiteY102" fmla="*/ 5075237 h 6858000"/>
              <a:gd name="connsiteX103" fmla="*/ 4197202 w 4272784"/>
              <a:gd name="connsiteY103" fmla="*/ 5114925 h 6858000"/>
              <a:gd name="connsiteX104" fmla="*/ 4177047 w 4272784"/>
              <a:gd name="connsiteY104" fmla="*/ 5149850 h 6858000"/>
              <a:gd name="connsiteX105" fmla="*/ 4156892 w 4272784"/>
              <a:gd name="connsiteY105" fmla="*/ 5186362 h 6858000"/>
              <a:gd name="connsiteX106" fmla="*/ 4138416 w 4272784"/>
              <a:gd name="connsiteY106" fmla="*/ 5226050 h 6858000"/>
              <a:gd name="connsiteX107" fmla="*/ 4119940 w 4272784"/>
              <a:gd name="connsiteY107" fmla="*/ 5268912 h 6858000"/>
              <a:gd name="connsiteX108" fmla="*/ 4104825 w 4272784"/>
              <a:gd name="connsiteY108" fmla="*/ 5313362 h 6858000"/>
              <a:gd name="connsiteX109" fmla="*/ 4094747 w 4272784"/>
              <a:gd name="connsiteY109" fmla="*/ 5365750 h 6858000"/>
              <a:gd name="connsiteX110" fmla="*/ 4084669 w 4272784"/>
              <a:gd name="connsiteY110" fmla="*/ 5426075 h 6858000"/>
              <a:gd name="connsiteX111" fmla="*/ 4082989 w 4272784"/>
              <a:gd name="connsiteY111" fmla="*/ 5494337 h 6858000"/>
              <a:gd name="connsiteX112" fmla="*/ 4084669 w 4272784"/>
              <a:gd name="connsiteY112" fmla="*/ 5562600 h 6858000"/>
              <a:gd name="connsiteX113" fmla="*/ 4094747 w 4272784"/>
              <a:gd name="connsiteY113" fmla="*/ 5622925 h 6858000"/>
              <a:gd name="connsiteX114" fmla="*/ 4104825 w 4272784"/>
              <a:gd name="connsiteY114" fmla="*/ 5675312 h 6858000"/>
              <a:gd name="connsiteX115" fmla="*/ 4119940 w 4272784"/>
              <a:gd name="connsiteY115" fmla="*/ 5721350 h 6858000"/>
              <a:gd name="connsiteX116" fmla="*/ 4138416 w 4272784"/>
              <a:gd name="connsiteY116" fmla="*/ 5762625 h 6858000"/>
              <a:gd name="connsiteX117" fmla="*/ 4156892 w 4272784"/>
              <a:gd name="connsiteY117" fmla="*/ 5802312 h 6858000"/>
              <a:gd name="connsiteX118" fmla="*/ 4177047 w 4272784"/>
              <a:gd name="connsiteY118" fmla="*/ 5840412 h 6858000"/>
              <a:gd name="connsiteX119" fmla="*/ 4197202 w 4272784"/>
              <a:gd name="connsiteY119" fmla="*/ 5876925 h 6858000"/>
              <a:gd name="connsiteX120" fmla="*/ 4217357 w 4272784"/>
              <a:gd name="connsiteY120" fmla="*/ 5915025 h 6858000"/>
              <a:gd name="connsiteX121" fmla="*/ 4234153 w 4272784"/>
              <a:gd name="connsiteY121" fmla="*/ 5956300 h 6858000"/>
              <a:gd name="connsiteX122" fmla="*/ 4249270 w 4272784"/>
              <a:gd name="connsiteY122" fmla="*/ 6003925 h 6858000"/>
              <a:gd name="connsiteX123" fmla="*/ 4261027 w 4272784"/>
              <a:gd name="connsiteY123" fmla="*/ 6056312 h 6858000"/>
              <a:gd name="connsiteX124" fmla="*/ 4269425 w 4272784"/>
              <a:gd name="connsiteY124" fmla="*/ 6113462 h 6858000"/>
              <a:gd name="connsiteX125" fmla="*/ 4272784 w 4272784"/>
              <a:gd name="connsiteY125" fmla="*/ 6183312 h 6858000"/>
              <a:gd name="connsiteX126" fmla="*/ 4269425 w 4272784"/>
              <a:gd name="connsiteY126" fmla="*/ 6251575 h 6858000"/>
              <a:gd name="connsiteX127" fmla="*/ 4261027 w 4272784"/>
              <a:gd name="connsiteY127" fmla="*/ 6311900 h 6858000"/>
              <a:gd name="connsiteX128" fmla="*/ 4249270 w 4272784"/>
              <a:gd name="connsiteY128" fmla="*/ 6361112 h 6858000"/>
              <a:gd name="connsiteX129" fmla="*/ 4234153 w 4272784"/>
              <a:gd name="connsiteY129" fmla="*/ 6407150 h 6858000"/>
              <a:gd name="connsiteX130" fmla="*/ 4217357 w 4272784"/>
              <a:gd name="connsiteY130" fmla="*/ 6448425 h 6858000"/>
              <a:gd name="connsiteX131" fmla="*/ 4198882 w 4272784"/>
              <a:gd name="connsiteY131" fmla="*/ 6488112 h 6858000"/>
              <a:gd name="connsiteX132" fmla="*/ 4180406 w 4272784"/>
              <a:gd name="connsiteY132" fmla="*/ 6523037 h 6858000"/>
              <a:gd name="connsiteX133" fmla="*/ 4160251 w 4272784"/>
              <a:gd name="connsiteY133" fmla="*/ 6561137 h 6858000"/>
              <a:gd name="connsiteX134" fmla="*/ 4140096 w 4272784"/>
              <a:gd name="connsiteY134" fmla="*/ 6597650 h 6858000"/>
              <a:gd name="connsiteX135" fmla="*/ 4123300 w 4272784"/>
              <a:gd name="connsiteY135" fmla="*/ 6640512 h 6858000"/>
              <a:gd name="connsiteX136" fmla="*/ 4106504 w 4272784"/>
              <a:gd name="connsiteY136" fmla="*/ 6683375 h 6858000"/>
              <a:gd name="connsiteX137" fmla="*/ 4096426 w 4272784"/>
              <a:gd name="connsiteY137" fmla="*/ 6735762 h 6858000"/>
              <a:gd name="connsiteX138" fmla="*/ 4088029 w 4272784"/>
              <a:gd name="connsiteY138" fmla="*/ 6791325 h 6858000"/>
              <a:gd name="connsiteX139" fmla="*/ 4082989 w 4272784"/>
              <a:gd name="connsiteY139" fmla="*/ 6858000 h 6858000"/>
              <a:gd name="connsiteX140" fmla="*/ 0 w 4272784"/>
              <a:gd name="connsiteY14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4272784" h="6858000">
                <a:moveTo>
                  <a:pt x="0" y="0"/>
                </a:moveTo>
                <a:lnTo>
                  <a:pt x="4082989" y="0"/>
                </a:lnTo>
                <a:lnTo>
                  <a:pt x="4088029" y="66675"/>
                </a:lnTo>
                <a:lnTo>
                  <a:pt x="4096426" y="122237"/>
                </a:lnTo>
                <a:lnTo>
                  <a:pt x="4106504" y="174625"/>
                </a:lnTo>
                <a:lnTo>
                  <a:pt x="4123300" y="217487"/>
                </a:lnTo>
                <a:lnTo>
                  <a:pt x="4140096" y="260350"/>
                </a:lnTo>
                <a:lnTo>
                  <a:pt x="4160251" y="296862"/>
                </a:lnTo>
                <a:lnTo>
                  <a:pt x="4180406" y="334962"/>
                </a:lnTo>
                <a:lnTo>
                  <a:pt x="4198882" y="369887"/>
                </a:lnTo>
                <a:lnTo>
                  <a:pt x="4217357" y="409575"/>
                </a:lnTo>
                <a:lnTo>
                  <a:pt x="4234153" y="450850"/>
                </a:lnTo>
                <a:lnTo>
                  <a:pt x="4249270" y="496887"/>
                </a:lnTo>
                <a:lnTo>
                  <a:pt x="4261027" y="546100"/>
                </a:lnTo>
                <a:lnTo>
                  <a:pt x="4269425" y="606425"/>
                </a:lnTo>
                <a:lnTo>
                  <a:pt x="4272784" y="673100"/>
                </a:lnTo>
                <a:lnTo>
                  <a:pt x="4269425" y="744537"/>
                </a:lnTo>
                <a:lnTo>
                  <a:pt x="4261027" y="801687"/>
                </a:lnTo>
                <a:lnTo>
                  <a:pt x="4249270" y="854075"/>
                </a:lnTo>
                <a:lnTo>
                  <a:pt x="4234153" y="901700"/>
                </a:lnTo>
                <a:lnTo>
                  <a:pt x="4217357" y="942975"/>
                </a:lnTo>
                <a:lnTo>
                  <a:pt x="4197202" y="981075"/>
                </a:lnTo>
                <a:lnTo>
                  <a:pt x="4177047" y="1017587"/>
                </a:lnTo>
                <a:lnTo>
                  <a:pt x="4156892" y="1055687"/>
                </a:lnTo>
                <a:lnTo>
                  <a:pt x="4138416" y="1095375"/>
                </a:lnTo>
                <a:lnTo>
                  <a:pt x="4119940" y="1136650"/>
                </a:lnTo>
                <a:lnTo>
                  <a:pt x="4104825" y="1182687"/>
                </a:lnTo>
                <a:lnTo>
                  <a:pt x="4094747" y="1235075"/>
                </a:lnTo>
                <a:lnTo>
                  <a:pt x="4084669" y="1295400"/>
                </a:lnTo>
                <a:lnTo>
                  <a:pt x="4082989" y="1363662"/>
                </a:lnTo>
                <a:lnTo>
                  <a:pt x="4084669" y="1431925"/>
                </a:lnTo>
                <a:lnTo>
                  <a:pt x="4094747" y="1492250"/>
                </a:lnTo>
                <a:lnTo>
                  <a:pt x="4104825" y="1544637"/>
                </a:lnTo>
                <a:lnTo>
                  <a:pt x="4119940" y="1589087"/>
                </a:lnTo>
                <a:lnTo>
                  <a:pt x="4138416" y="1631950"/>
                </a:lnTo>
                <a:lnTo>
                  <a:pt x="4156892" y="1671637"/>
                </a:lnTo>
                <a:lnTo>
                  <a:pt x="4177047" y="1708150"/>
                </a:lnTo>
                <a:lnTo>
                  <a:pt x="4197202" y="1743075"/>
                </a:lnTo>
                <a:lnTo>
                  <a:pt x="4217357" y="1782762"/>
                </a:lnTo>
                <a:lnTo>
                  <a:pt x="4234153" y="1824037"/>
                </a:lnTo>
                <a:lnTo>
                  <a:pt x="4249270" y="1870075"/>
                </a:lnTo>
                <a:lnTo>
                  <a:pt x="4261027" y="1922462"/>
                </a:lnTo>
                <a:lnTo>
                  <a:pt x="4269425" y="1982787"/>
                </a:lnTo>
                <a:lnTo>
                  <a:pt x="4272784" y="2051050"/>
                </a:lnTo>
                <a:lnTo>
                  <a:pt x="4269425" y="2119312"/>
                </a:lnTo>
                <a:lnTo>
                  <a:pt x="4261027" y="2179637"/>
                </a:lnTo>
                <a:lnTo>
                  <a:pt x="4249270" y="2232025"/>
                </a:lnTo>
                <a:lnTo>
                  <a:pt x="4234153" y="2278062"/>
                </a:lnTo>
                <a:lnTo>
                  <a:pt x="4217357" y="2319337"/>
                </a:lnTo>
                <a:lnTo>
                  <a:pt x="4197202" y="2359025"/>
                </a:lnTo>
                <a:lnTo>
                  <a:pt x="4177047" y="2395537"/>
                </a:lnTo>
                <a:lnTo>
                  <a:pt x="4156892" y="2433637"/>
                </a:lnTo>
                <a:lnTo>
                  <a:pt x="4138416" y="2471737"/>
                </a:lnTo>
                <a:lnTo>
                  <a:pt x="4119940" y="2513012"/>
                </a:lnTo>
                <a:lnTo>
                  <a:pt x="4104825" y="2560637"/>
                </a:lnTo>
                <a:lnTo>
                  <a:pt x="4094747" y="2613025"/>
                </a:lnTo>
                <a:lnTo>
                  <a:pt x="4084669" y="2671762"/>
                </a:lnTo>
                <a:lnTo>
                  <a:pt x="4082989" y="2741612"/>
                </a:lnTo>
                <a:lnTo>
                  <a:pt x="4084669" y="2809875"/>
                </a:lnTo>
                <a:lnTo>
                  <a:pt x="4094747" y="2868612"/>
                </a:lnTo>
                <a:lnTo>
                  <a:pt x="4104825" y="2922587"/>
                </a:lnTo>
                <a:lnTo>
                  <a:pt x="4119940" y="2967037"/>
                </a:lnTo>
                <a:lnTo>
                  <a:pt x="4138416" y="3009900"/>
                </a:lnTo>
                <a:lnTo>
                  <a:pt x="4156892" y="3046412"/>
                </a:lnTo>
                <a:lnTo>
                  <a:pt x="4177047" y="3084512"/>
                </a:lnTo>
                <a:lnTo>
                  <a:pt x="4197202" y="3121025"/>
                </a:lnTo>
                <a:lnTo>
                  <a:pt x="4217357" y="3160712"/>
                </a:lnTo>
                <a:lnTo>
                  <a:pt x="4234153" y="3201987"/>
                </a:lnTo>
                <a:lnTo>
                  <a:pt x="4249270" y="3248025"/>
                </a:lnTo>
                <a:lnTo>
                  <a:pt x="4261027" y="3300412"/>
                </a:lnTo>
                <a:lnTo>
                  <a:pt x="4269425" y="3360737"/>
                </a:lnTo>
                <a:lnTo>
                  <a:pt x="4272784" y="3427412"/>
                </a:lnTo>
                <a:lnTo>
                  <a:pt x="4269425" y="3497262"/>
                </a:lnTo>
                <a:lnTo>
                  <a:pt x="4261027" y="3557587"/>
                </a:lnTo>
                <a:lnTo>
                  <a:pt x="4249270" y="3609975"/>
                </a:lnTo>
                <a:lnTo>
                  <a:pt x="4234153" y="3656012"/>
                </a:lnTo>
                <a:lnTo>
                  <a:pt x="4217357" y="3697287"/>
                </a:lnTo>
                <a:lnTo>
                  <a:pt x="4197202" y="3736975"/>
                </a:lnTo>
                <a:lnTo>
                  <a:pt x="4156892" y="3811587"/>
                </a:lnTo>
                <a:lnTo>
                  <a:pt x="4138416" y="3848100"/>
                </a:lnTo>
                <a:lnTo>
                  <a:pt x="4119940" y="3890962"/>
                </a:lnTo>
                <a:lnTo>
                  <a:pt x="4104825" y="3935412"/>
                </a:lnTo>
                <a:lnTo>
                  <a:pt x="4094747" y="3987800"/>
                </a:lnTo>
                <a:lnTo>
                  <a:pt x="4084669" y="4048125"/>
                </a:lnTo>
                <a:lnTo>
                  <a:pt x="4082989" y="4116387"/>
                </a:lnTo>
                <a:lnTo>
                  <a:pt x="4084669" y="4186237"/>
                </a:lnTo>
                <a:lnTo>
                  <a:pt x="4094747" y="4244975"/>
                </a:lnTo>
                <a:lnTo>
                  <a:pt x="4104825" y="4297362"/>
                </a:lnTo>
                <a:lnTo>
                  <a:pt x="4119940" y="4343400"/>
                </a:lnTo>
                <a:lnTo>
                  <a:pt x="4138416" y="4386262"/>
                </a:lnTo>
                <a:lnTo>
                  <a:pt x="4156892" y="4424362"/>
                </a:lnTo>
                <a:lnTo>
                  <a:pt x="4197202" y="4498975"/>
                </a:lnTo>
                <a:lnTo>
                  <a:pt x="4217357" y="4537075"/>
                </a:lnTo>
                <a:lnTo>
                  <a:pt x="4234153" y="4579937"/>
                </a:lnTo>
                <a:lnTo>
                  <a:pt x="4249270" y="4625975"/>
                </a:lnTo>
                <a:lnTo>
                  <a:pt x="4261027" y="4678362"/>
                </a:lnTo>
                <a:lnTo>
                  <a:pt x="4269425" y="4738687"/>
                </a:lnTo>
                <a:lnTo>
                  <a:pt x="4272784" y="4806950"/>
                </a:lnTo>
                <a:lnTo>
                  <a:pt x="4269425" y="4875212"/>
                </a:lnTo>
                <a:lnTo>
                  <a:pt x="4261027" y="4935537"/>
                </a:lnTo>
                <a:lnTo>
                  <a:pt x="4249270" y="4987925"/>
                </a:lnTo>
                <a:lnTo>
                  <a:pt x="4234153" y="5033962"/>
                </a:lnTo>
                <a:lnTo>
                  <a:pt x="4217357" y="5075237"/>
                </a:lnTo>
                <a:lnTo>
                  <a:pt x="4197202" y="5114925"/>
                </a:lnTo>
                <a:lnTo>
                  <a:pt x="4177047" y="5149850"/>
                </a:lnTo>
                <a:lnTo>
                  <a:pt x="4156892" y="5186362"/>
                </a:lnTo>
                <a:lnTo>
                  <a:pt x="4138416" y="5226050"/>
                </a:lnTo>
                <a:lnTo>
                  <a:pt x="4119940" y="5268912"/>
                </a:lnTo>
                <a:lnTo>
                  <a:pt x="4104825" y="5313362"/>
                </a:lnTo>
                <a:lnTo>
                  <a:pt x="4094747" y="5365750"/>
                </a:lnTo>
                <a:lnTo>
                  <a:pt x="4084669" y="5426075"/>
                </a:lnTo>
                <a:lnTo>
                  <a:pt x="4082989" y="5494337"/>
                </a:lnTo>
                <a:lnTo>
                  <a:pt x="4084669" y="5562600"/>
                </a:lnTo>
                <a:lnTo>
                  <a:pt x="4094747" y="5622925"/>
                </a:lnTo>
                <a:lnTo>
                  <a:pt x="4104825" y="5675312"/>
                </a:lnTo>
                <a:lnTo>
                  <a:pt x="4119940" y="5721350"/>
                </a:lnTo>
                <a:lnTo>
                  <a:pt x="4138416" y="5762625"/>
                </a:lnTo>
                <a:lnTo>
                  <a:pt x="4156892" y="5802312"/>
                </a:lnTo>
                <a:lnTo>
                  <a:pt x="4177047" y="5840412"/>
                </a:lnTo>
                <a:lnTo>
                  <a:pt x="4197202" y="5876925"/>
                </a:lnTo>
                <a:lnTo>
                  <a:pt x="4217357" y="5915025"/>
                </a:lnTo>
                <a:lnTo>
                  <a:pt x="4234153" y="5956300"/>
                </a:lnTo>
                <a:lnTo>
                  <a:pt x="4249270" y="6003925"/>
                </a:lnTo>
                <a:lnTo>
                  <a:pt x="4261027" y="6056312"/>
                </a:lnTo>
                <a:lnTo>
                  <a:pt x="4269425" y="6113462"/>
                </a:lnTo>
                <a:lnTo>
                  <a:pt x="4272784" y="6183312"/>
                </a:lnTo>
                <a:lnTo>
                  <a:pt x="4269425" y="6251575"/>
                </a:lnTo>
                <a:lnTo>
                  <a:pt x="4261027" y="6311900"/>
                </a:lnTo>
                <a:lnTo>
                  <a:pt x="4249270" y="6361112"/>
                </a:lnTo>
                <a:lnTo>
                  <a:pt x="4234153" y="6407150"/>
                </a:lnTo>
                <a:lnTo>
                  <a:pt x="4217357" y="6448425"/>
                </a:lnTo>
                <a:lnTo>
                  <a:pt x="4198882" y="6488112"/>
                </a:lnTo>
                <a:lnTo>
                  <a:pt x="4180406" y="6523037"/>
                </a:lnTo>
                <a:lnTo>
                  <a:pt x="4160251" y="6561137"/>
                </a:lnTo>
                <a:lnTo>
                  <a:pt x="4140096" y="6597650"/>
                </a:lnTo>
                <a:lnTo>
                  <a:pt x="4123300" y="6640512"/>
                </a:lnTo>
                <a:lnTo>
                  <a:pt x="4106504" y="6683375"/>
                </a:lnTo>
                <a:lnTo>
                  <a:pt x="4096426" y="6735762"/>
                </a:lnTo>
                <a:lnTo>
                  <a:pt x="4088029" y="6791325"/>
                </a:lnTo>
                <a:lnTo>
                  <a:pt x="4082989" y="6858000"/>
                </a:lnTo>
                <a:lnTo>
                  <a:pt x="0" y="6858000"/>
                </a:lnTo>
                <a:close/>
              </a:path>
            </a:pathLst>
          </a:custGeom>
          <a:ln w="0">
            <a:noFill/>
            <a:prstDash val="solid"/>
            <a:round/>
            <a:headEnd/>
            <a:tailEnd/>
          </a:ln>
        </p:spPr>
        <p:txBody>
          <a:bodyPr/>
          <a:lstStyle/>
          <a:p>
            <a:endParaRPr lang="en-US" dirty="0"/>
          </a:p>
        </p:txBody>
      </p:sp>
      <p:sp>
        <p:nvSpPr>
          <p:cNvPr id="55" name="Freeform: Shape 54">
            <a:extLst>
              <a:ext uri="{FF2B5EF4-FFF2-40B4-BE49-F238E27FC236}">
                <a16:creationId xmlns:a16="http://schemas.microsoft.com/office/drawing/2014/main" id="{909E572F-9CDC-4214-9D42-FF00176495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17162" cy="6858000"/>
          </a:xfrm>
          <a:custGeom>
            <a:avLst/>
            <a:gdLst>
              <a:gd name="connsiteX0" fmla="*/ 4417162 w 4417162"/>
              <a:gd name="connsiteY0" fmla="*/ 0 h 6858000"/>
              <a:gd name="connsiteX1" fmla="*/ 334174 w 4417162"/>
              <a:gd name="connsiteY1" fmla="*/ 0 h 6858000"/>
              <a:gd name="connsiteX2" fmla="*/ 334173 w 4417162"/>
              <a:gd name="connsiteY2" fmla="*/ 0 h 6858000"/>
              <a:gd name="connsiteX3" fmla="*/ 189795 w 4417162"/>
              <a:gd name="connsiteY3" fmla="*/ 0 h 6858000"/>
              <a:gd name="connsiteX4" fmla="*/ 184756 w 4417162"/>
              <a:gd name="connsiteY4" fmla="*/ 66675 h 6858000"/>
              <a:gd name="connsiteX5" fmla="*/ 176358 w 4417162"/>
              <a:gd name="connsiteY5" fmla="*/ 122237 h 6858000"/>
              <a:gd name="connsiteX6" fmla="*/ 166281 w 4417162"/>
              <a:gd name="connsiteY6" fmla="*/ 174625 h 6858000"/>
              <a:gd name="connsiteX7" fmla="*/ 149485 w 4417162"/>
              <a:gd name="connsiteY7" fmla="*/ 217487 h 6858000"/>
              <a:gd name="connsiteX8" fmla="*/ 132689 w 4417162"/>
              <a:gd name="connsiteY8" fmla="*/ 260350 h 6858000"/>
              <a:gd name="connsiteX9" fmla="*/ 112534 w 4417162"/>
              <a:gd name="connsiteY9" fmla="*/ 296862 h 6858000"/>
              <a:gd name="connsiteX10" fmla="*/ 92379 w 4417162"/>
              <a:gd name="connsiteY10" fmla="*/ 334962 h 6858000"/>
              <a:gd name="connsiteX11" fmla="*/ 73903 w 4417162"/>
              <a:gd name="connsiteY11" fmla="*/ 369887 h 6858000"/>
              <a:gd name="connsiteX12" fmla="*/ 55427 w 4417162"/>
              <a:gd name="connsiteY12" fmla="*/ 409575 h 6858000"/>
              <a:gd name="connsiteX13" fmla="*/ 38632 w 4417162"/>
              <a:gd name="connsiteY13" fmla="*/ 450850 h 6858000"/>
              <a:gd name="connsiteX14" fmla="*/ 23515 w 4417162"/>
              <a:gd name="connsiteY14" fmla="*/ 496887 h 6858000"/>
              <a:gd name="connsiteX15" fmla="*/ 11758 w 4417162"/>
              <a:gd name="connsiteY15" fmla="*/ 546100 h 6858000"/>
              <a:gd name="connsiteX16" fmla="*/ 3359 w 4417162"/>
              <a:gd name="connsiteY16" fmla="*/ 606425 h 6858000"/>
              <a:gd name="connsiteX17" fmla="*/ 0 w 4417162"/>
              <a:gd name="connsiteY17" fmla="*/ 673100 h 6858000"/>
              <a:gd name="connsiteX18" fmla="*/ 3359 w 4417162"/>
              <a:gd name="connsiteY18" fmla="*/ 744537 h 6858000"/>
              <a:gd name="connsiteX19" fmla="*/ 11758 w 4417162"/>
              <a:gd name="connsiteY19" fmla="*/ 801687 h 6858000"/>
              <a:gd name="connsiteX20" fmla="*/ 23515 w 4417162"/>
              <a:gd name="connsiteY20" fmla="*/ 854075 h 6858000"/>
              <a:gd name="connsiteX21" fmla="*/ 38632 w 4417162"/>
              <a:gd name="connsiteY21" fmla="*/ 901700 h 6858000"/>
              <a:gd name="connsiteX22" fmla="*/ 55427 w 4417162"/>
              <a:gd name="connsiteY22" fmla="*/ 942975 h 6858000"/>
              <a:gd name="connsiteX23" fmla="*/ 75583 w 4417162"/>
              <a:gd name="connsiteY23" fmla="*/ 981075 h 6858000"/>
              <a:gd name="connsiteX24" fmla="*/ 95738 w 4417162"/>
              <a:gd name="connsiteY24" fmla="*/ 1017587 h 6858000"/>
              <a:gd name="connsiteX25" fmla="*/ 115893 w 4417162"/>
              <a:gd name="connsiteY25" fmla="*/ 1055687 h 6858000"/>
              <a:gd name="connsiteX26" fmla="*/ 134368 w 4417162"/>
              <a:gd name="connsiteY26" fmla="*/ 1095375 h 6858000"/>
              <a:gd name="connsiteX27" fmla="*/ 152844 w 4417162"/>
              <a:gd name="connsiteY27" fmla="*/ 1136650 h 6858000"/>
              <a:gd name="connsiteX28" fmla="*/ 167960 w 4417162"/>
              <a:gd name="connsiteY28" fmla="*/ 1182687 h 6858000"/>
              <a:gd name="connsiteX29" fmla="*/ 178038 w 4417162"/>
              <a:gd name="connsiteY29" fmla="*/ 1235075 h 6858000"/>
              <a:gd name="connsiteX30" fmla="*/ 188115 w 4417162"/>
              <a:gd name="connsiteY30" fmla="*/ 1295400 h 6858000"/>
              <a:gd name="connsiteX31" fmla="*/ 189795 w 4417162"/>
              <a:gd name="connsiteY31" fmla="*/ 1363662 h 6858000"/>
              <a:gd name="connsiteX32" fmla="*/ 188115 w 4417162"/>
              <a:gd name="connsiteY32" fmla="*/ 1431925 h 6858000"/>
              <a:gd name="connsiteX33" fmla="*/ 178038 w 4417162"/>
              <a:gd name="connsiteY33" fmla="*/ 1492250 h 6858000"/>
              <a:gd name="connsiteX34" fmla="*/ 167960 w 4417162"/>
              <a:gd name="connsiteY34" fmla="*/ 1544637 h 6858000"/>
              <a:gd name="connsiteX35" fmla="*/ 152844 w 4417162"/>
              <a:gd name="connsiteY35" fmla="*/ 1589087 h 6858000"/>
              <a:gd name="connsiteX36" fmla="*/ 134368 w 4417162"/>
              <a:gd name="connsiteY36" fmla="*/ 1631950 h 6858000"/>
              <a:gd name="connsiteX37" fmla="*/ 115893 w 4417162"/>
              <a:gd name="connsiteY37" fmla="*/ 1671637 h 6858000"/>
              <a:gd name="connsiteX38" fmla="*/ 95738 w 4417162"/>
              <a:gd name="connsiteY38" fmla="*/ 1708150 h 6858000"/>
              <a:gd name="connsiteX39" fmla="*/ 75583 w 4417162"/>
              <a:gd name="connsiteY39" fmla="*/ 1743075 h 6858000"/>
              <a:gd name="connsiteX40" fmla="*/ 55427 w 4417162"/>
              <a:gd name="connsiteY40" fmla="*/ 1782762 h 6858000"/>
              <a:gd name="connsiteX41" fmla="*/ 38632 w 4417162"/>
              <a:gd name="connsiteY41" fmla="*/ 1824037 h 6858000"/>
              <a:gd name="connsiteX42" fmla="*/ 23515 w 4417162"/>
              <a:gd name="connsiteY42" fmla="*/ 1870075 h 6858000"/>
              <a:gd name="connsiteX43" fmla="*/ 11758 w 4417162"/>
              <a:gd name="connsiteY43" fmla="*/ 1922462 h 6858000"/>
              <a:gd name="connsiteX44" fmla="*/ 3359 w 4417162"/>
              <a:gd name="connsiteY44" fmla="*/ 1982787 h 6858000"/>
              <a:gd name="connsiteX45" fmla="*/ 0 w 4417162"/>
              <a:gd name="connsiteY45" fmla="*/ 2051050 h 6858000"/>
              <a:gd name="connsiteX46" fmla="*/ 3359 w 4417162"/>
              <a:gd name="connsiteY46" fmla="*/ 2119312 h 6858000"/>
              <a:gd name="connsiteX47" fmla="*/ 11758 w 4417162"/>
              <a:gd name="connsiteY47" fmla="*/ 2179637 h 6858000"/>
              <a:gd name="connsiteX48" fmla="*/ 23515 w 4417162"/>
              <a:gd name="connsiteY48" fmla="*/ 2232025 h 6858000"/>
              <a:gd name="connsiteX49" fmla="*/ 38632 w 4417162"/>
              <a:gd name="connsiteY49" fmla="*/ 2278062 h 6858000"/>
              <a:gd name="connsiteX50" fmla="*/ 55427 w 4417162"/>
              <a:gd name="connsiteY50" fmla="*/ 2319337 h 6858000"/>
              <a:gd name="connsiteX51" fmla="*/ 75583 w 4417162"/>
              <a:gd name="connsiteY51" fmla="*/ 2359025 h 6858000"/>
              <a:gd name="connsiteX52" fmla="*/ 95738 w 4417162"/>
              <a:gd name="connsiteY52" fmla="*/ 2395537 h 6858000"/>
              <a:gd name="connsiteX53" fmla="*/ 115893 w 4417162"/>
              <a:gd name="connsiteY53" fmla="*/ 2433637 h 6858000"/>
              <a:gd name="connsiteX54" fmla="*/ 134368 w 4417162"/>
              <a:gd name="connsiteY54" fmla="*/ 2471737 h 6858000"/>
              <a:gd name="connsiteX55" fmla="*/ 152844 w 4417162"/>
              <a:gd name="connsiteY55" fmla="*/ 2513012 h 6858000"/>
              <a:gd name="connsiteX56" fmla="*/ 167960 w 4417162"/>
              <a:gd name="connsiteY56" fmla="*/ 2560637 h 6858000"/>
              <a:gd name="connsiteX57" fmla="*/ 178038 w 4417162"/>
              <a:gd name="connsiteY57" fmla="*/ 2613025 h 6858000"/>
              <a:gd name="connsiteX58" fmla="*/ 188115 w 4417162"/>
              <a:gd name="connsiteY58" fmla="*/ 2671762 h 6858000"/>
              <a:gd name="connsiteX59" fmla="*/ 189795 w 4417162"/>
              <a:gd name="connsiteY59" fmla="*/ 2741612 h 6858000"/>
              <a:gd name="connsiteX60" fmla="*/ 188115 w 4417162"/>
              <a:gd name="connsiteY60" fmla="*/ 2809875 h 6858000"/>
              <a:gd name="connsiteX61" fmla="*/ 178038 w 4417162"/>
              <a:gd name="connsiteY61" fmla="*/ 2868612 h 6858000"/>
              <a:gd name="connsiteX62" fmla="*/ 167960 w 4417162"/>
              <a:gd name="connsiteY62" fmla="*/ 2922587 h 6858000"/>
              <a:gd name="connsiteX63" fmla="*/ 152844 w 4417162"/>
              <a:gd name="connsiteY63" fmla="*/ 2967037 h 6858000"/>
              <a:gd name="connsiteX64" fmla="*/ 134368 w 4417162"/>
              <a:gd name="connsiteY64" fmla="*/ 3009900 h 6858000"/>
              <a:gd name="connsiteX65" fmla="*/ 115893 w 4417162"/>
              <a:gd name="connsiteY65" fmla="*/ 3046412 h 6858000"/>
              <a:gd name="connsiteX66" fmla="*/ 95738 w 4417162"/>
              <a:gd name="connsiteY66" fmla="*/ 3084512 h 6858000"/>
              <a:gd name="connsiteX67" fmla="*/ 75583 w 4417162"/>
              <a:gd name="connsiteY67" fmla="*/ 3121025 h 6858000"/>
              <a:gd name="connsiteX68" fmla="*/ 55427 w 4417162"/>
              <a:gd name="connsiteY68" fmla="*/ 3160712 h 6858000"/>
              <a:gd name="connsiteX69" fmla="*/ 38632 w 4417162"/>
              <a:gd name="connsiteY69" fmla="*/ 3201987 h 6858000"/>
              <a:gd name="connsiteX70" fmla="*/ 23515 w 4417162"/>
              <a:gd name="connsiteY70" fmla="*/ 3248025 h 6858000"/>
              <a:gd name="connsiteX71" fmla="*/ 11758 w 4417162"/>
              <a:gd name="connsiteY71" fmla="*/ 3300412 h 6858000"/>
              <a:gd name="connsiteX72" fmla="*/ 3359 w 4417162"/>
              <a:gd name="connsiteY72" fmla="*/ 3360737 h 6858000"/>
              <a:gd name="connsiteX73" fmla="*/ 0 w 4417162"/>
              <a:gd name="connsiteY73" fmla="*/ 3427412 h 6858000"/>
              <a:gd name="connsiteX74" fmla="*/ 3359 w 4417162"/>
              <a:gd name="connsiteY74" fmla="*/ 3497262 h 6858000"/>
              <a:gd name="connsiteX75" fmla="*/ 11758 w 4417162"/>
              <a:gd name="connsiteY75" fmla="*/ 3557587 h 6858000"/>
              <a:gd name="connsiteX76" fmla="*/ 23515 w 4417162"/>
              <a:gd name="connsiteY76" fmla="*/ 3609975 h 6858000"/>
              <a:gd name="connsiteX77" fmla="*/ 38632 w 4417162"/>
              <a:gd name="connsiteY77" fmla="*/ 3656012 h 6858000"/>
              <a:gd name="connsiteX78" fmla="*/ 55427 w 4417162"/>
              <a:gd name="connsiteY78" fmla="*/ 3697287 h 6858000"/>
              <a:gd name="connsiteX79" fmla="*/ 75583 w 4417162"/>
              <a:gd name="connsiteY79" fmla="*/ 3736975 h 6858000"/>
              <a:gd name="connsiteX80" fmla="*/ 115893 w 4417162"/>
              <a:gd name="connsiteY80" fmla="*/ 3811587 h 6858000"/>
              <a:gd name="connsiteX81" fmla="*/ 134368 w 4417162"/>
              <a:gd name="connsiteY81" fmla="*/ 3848100 h 6858000"/>
              <a:gd name="connsiteX82" fmla="*/ 152844 w 4417162"/>
              <a:gd name="connsiteY82" fmla="*/ 3890962 h 6858000"/>
              <a:gd name="connsiteX83" fmla="*/ 167960 w 4417162"/>
              <a:gd name="connsiteY83" fmla="*/ 3935412 h 6858000"/>
              <a:gd name="connsiteX84" fmla="*/ 178038 w 4417162"/>
              <a:gd name="connsiteY84" fmla="*/ 3987800 h 6858000"/>
              <a:gd name="connsiteX85" fmla="*/ 188115 w 4417162"/>
              <a:gd name="connsiteY85" fmla="*/ 4048125 h 6858000"/>
              <a:gd name="connsiteX86" fmla="*/ 189795 w 4417162"/>
              <a:gd name="connsiteY86" fmla="*/ 4116387 h 6858000"/>
              <a:gd name="connsiteX87" fmla="*/ 188115 w 4417162"/>
              <a:gd name="connsiteY87" fmla="*/ 4186237 h 6858000"/>
              <a:gd name="connsiteX88" fmla="*/ 178038 w 4417162"/>
              <a:gd name="connsiteY88" fmla="*/ 4244975 h 6858000"/>
              <a:gd name="connsiteX89" fmla="*/ 167960 w 4417162"/>
              <a:gd name="connsiteY89" fmla="*/ 4297362 h 6858000"/>
              <a:gd name="connsiteX90" fmla="*/ 152844 w 4417162"/>
              <a:gd name="connsiteY90" fmla="*/ 4343400 h 6858000"/>
              <a:gd name="connsiteX91" fmla="*/ 134368 w 4417162"/>
              <a:gd name="connsiteY91" fmla="*/ 4386262 h 6858000"/>
              <a:gd name="connsiteX92" fmla="*/ 115893 w 4417162"/>
              <a:gd name="connsiteY92" fmla="*/ 4424362 h 6858000"/>
              <a:gd name="connsiteX93" fmla="*/ 75583 w 4417162"/>
              <a:gd name="connsiteY93" fmla="*/ 4498975 h 6858000"/>
              <a:gd name="connsiteX94" fmla="*/ 55427 w 4417162"/>
              <a:gd name="connsiteY94" fmla="*/ 4537075 h 6858000"/>
              <a:gd name="connsiteX95" fmla="*/ 38632 w 4417162"/>
              <a:gd name="connsiteY95" fmla="*/ 4579937 h 6858000"/>
              <a:gd name="connsiteX96" fmla="*/ 23515 w 4417162"/>
              <a:gd name="connsiteY96" fmla="*/ 4625975 h 6858000"/>
              <a:gd name="connsiteX97" fmla="*/ 11758 w 4417162"/>
              <a:gd name="connsiteY97" fmla="*/ 4678362 h 6858000"/>
              <a:gd name="connsiteX98" fmla="*/ 3359 w 4417162"/>
              <a:gd name="connsiteY98" fmla="*/ 4738687 h 6858000"/>
              <a:gd name="connsiteX99" fmla="*/ 0 w 4417162"/>
              <a:gd name="connsiteY99" fmla="*/ 4806950 h 6858000"/>
              <a:gd name="connsiteX100" fmla="*/ 3359 w 4417162"/>
              <a:gd name="connsiteY100" fmla="*/ 4875212 h 6858000"/>
              <a:gd name="connsiteX101" fmla="*/ 11758 w 4417162"/>
              <a:gd name="connsiteY101" fmla="*/ 4935537 h 6858000"/>
              <a:gd name="connsiteX102" fmla="*/ 23515 w 4417162"/>
              <a:gd name="connsiteY102" fmla="*/ 4987925 h 6858000"/>
              <a:gd name="connsiteX103" fmla="*/ 38632 w 4417162"/>
              <a:gd name="connsiteY103" fmla="*/ 5033962 h 6858000"/>
              <a:gd name="connsiteX104" fmla="*/ 55427 w 4417162"/>
              <a:gd name="connsiteY104" fmla="*/ 5075237 h 6858000"/>
              <a:gd name="connsiteX105" fmla="*/ 75583 w 4417162"/>
              <a:gd name="connsiteY105" fmla="*/ 5114925 h 6858000"/>
              <a:gd name="connsiteX106" fmla="*/ 95738 w 4417162"/>
              <a:gd name="connsiteY106" fmla="*/ 5149850 h 6858000"/>
              <a:gd name="connsiteX107" fmla="*/ 115893 w 4417162"/>
              <a:gd name="connsiteY107" fmla="*/ 5186362 h 6858000"/>
              <a:gd name="connsiteX108" fmla="*/ 134368 w 4417162"/>
              <a:gd name="connsiteY108" fmla="*/ 5226050 h 6858000"/>
              <a:gd name="connsiteX109" fmla="*/ 152844 w 4417162"/>
              <a:gd name="connsiteY109" fmla="*/ 5268912 h 6858000"/>
              <a:gd name="connsiteX110" fmla="*/ 167960 w 4417162"/>
              <a:gd name="connsiteY110" fmla="*/ 5313362 h 6858000"/>
              <a:gd name="connsiteX111" fmla="*/ 178038 w 4417162"/>
              <a:gd name="connsiteY111" fmla="*/ 5365750 h 6858000"/>
              <a:gd name="connsiteX112" fmla="*/ 188115 w 4417162"/>
              <a:gd name="connsiteY112" fmla="*/ 5426075 h 6858000"/>
              <a:gd name="connsiteX113" fmla="*/ 189795 w 4417162"/>
              <a:gd name="connsiteY113" fmla="*/ 5494337 h 6858000"/>
              <a:gd name="connsiteX114" fmla="*/ 188115 w 4417162"/>
              <a:gd name="connsiteY114" fmla="*/ 5562600 h 6858000"/>
              <a:gd name="connsiteX115" fmla="*/ 178038 w 4417162"/>
              <a:gd name="connsiteY115" fmla="*/ 5622925 h 6858000"/>
              <a:gd name="connsiteX116" fmla="*/ 167960 w 4417162"/>
              <a:gd name="connsiteY116" fmla="*/ 5675312 h 6858000"/>
              <a:gd name="connsiteX117" fmla="*/ 152844 w 4417162"/>
              <a:gd name="connsiteY117" fmla="*/ 5721350 h 6858000"/>
              <a:gd name="connsiteX118" fmla="*/ 134368 w 4417162"/>
              <a:gd name="connsiteY118" fmla="*/ 5762625 h 6858000"/>
              <a:gd name="connsiteX119" fmla="*/ 115893 w 4417162"/>
              <a:gd name="connsiteY119" fmla="*/ 5802312 h 6858000"/>
              <a:gd name="connsiteX120" fmla="*/ 95738 w 4417162"/>
              <a:gd name="connsiteY120" fmla="*/ 5840412 h 6858000"/>
              <a:gd name="connsiteX121" fmla="*/ 75583 w 4417162"/>
              <a:gd name="connsiteY121" fmla="*/ 5876925 h 6858000"/>
              <a:gd name="connsiteX122" fmla="*/ 55427 w 4417162"/>
              <a:gd name="connsiteY122" fmla="*/ 5915025 h 6858000"/>
              <a:gd name="connsiteX123" fmla="*/ 38632 w 4417162"/>
              <a:gd name="connsiteY123" fmla="*/ 5956300 h 6858000"/>
              <a:gd name="connsiteX124" fmla="*/ 23515 w 4417162"/>
              <a:gd name="connsiteY124" fmla="*/ 6003925 h 6858000"/>
              <a:gd name="connsiteX125" fmla="*/ 11758 w 4417162"/>
              <a:gd name="connsiteY125" fmla="*/ 6056312 h 6858000"/>
              <a:gd name="connsiteX126" fmla="*/ 3359 w 4417162"/>
              <a:gd name="connsiteY126" fmla="*/ 6113462 h 6858000"/>
              <a:gd name="connsiteX127" fmla="*/ 0 w 4417162"/>
              <a:gd name="connsiteY127" fmla="*/ 6183312 h 6858000"/>
              <a:gd name="connsiteX128" fmla="*/ 3359 w 4417162"/>
              <a:gd name="connsiteY128" fmla="*/ 6251575 h 6858000"/>
              <a:gd name="connsiteX129" fmla="*/ 11758 w 4417162"/>
              <a:gd name="connsiteY129" fmla="*/ 6311900 h 6858000"/>
              <a:gd name="connsiteX130" fmla="*/ 23515 w 4417162"/>
              <a:gd name="connsiteY130" fmla="*/ 6361112 h 6858000"/>
              <a:gd name="connsiteX131" fmla="*/ 38632 w 4417162"/>
              <a:gd name="connsiteY131" fmla="*/ 6407150 h 6858000"/>
              <a:gd name="connsiteX132" fmla="*/ 55427 w 4417162"/>
              <a:gd name="connsiteY132" fmla="*/ 6448425 h 6858000"/>
              <a:gd name="connsiteX133" fmla="*/ 73903 w 4417162"/>
              <a:gd name="connsiteY133" fmla="*/ 6488112 h 6858000"/>
              <a:gd name="connsiteX134" fmla="*/ 92379 w 4417162"/>
              <a:gd name="connsiteY134" fmla="*/ 6523037 h 6858000"/>
              <a:gd name="connsiteX135" fmla="*/ 112534 w 4417162"/>
              <a:gd name="connsiteY135" fmla="*/ 6561137 h 6858000"/>
              <a:gd name="connsiteX136" fmla="*/ 132689 w 4417162"/>
              <a:gd name="connsiteY136" fmla="*/ 6597650 h 6858000"/>
              <a:gd name="connsiteX137" fmla="*/ 149485 w 4417162"/>
              <a:gd name="connsiteY137" fmla="*/ 6640512 h 6858000"/>
              <a:gd name="connsiteX138" fmla="*/ 166281 w 4417162"/>
              <a:gd name="connsiteY138" fmla="*/ 6683375 h 6858000"/>
              <a:gd name="connsiteX139" fmla="*/ 176358 w 4417162"/>
              <a:gd name="connsiteY139" fmla="*/ 6735762 h 6858000"/>
              <a:gd name="connsiteX140" fmla="*/ 184756 w 4417162"/>
              <a:gd name="connsiteY140" fmla="*/ 6791325 h 6858000"/>
              <a:gd name="connsiteX141" fmla="*/ 189795 w 4417162"/>
              <a:gd name="connsiteY141" fmla="*/ 6858000 h 6858000"/>
              <a:gd name="connsiteX142" fmla="*/ 334173 w 4417162"/>
              <a:gd name="connsiteY142" fmla="*/ 6858000 h 6858000"/>
              <a:gd name="connsiteX143" fmla="*/ 334174 w 4417162"/>
              <a:gd name="connsiteY143" fmla="*/ 6858000 h 6858000"/>
              <a:gd name="connsiteX144" fmla="*/ 4417162 w 4417162"/>
              <a:gd name="connsiteY14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4417162" h="6858000">
                <a:moveTo>
                  <a:pt x="4417162" y="0"/>
                </a:moveTo>
                <a:lnTo>
                  <a:pt x="334174" y="0"/>
                </a:lnTo>
                <a:lnTo>
                  <a:pt x="334173" y="0"/>
                </a:lnTo>
                <a:lnTo>
                  <a:pt x="189795" y="0"/>
                </a:lnTo>
                <a:lnTo>
                  <a:pt x="184756" y="66675"/>
                </a:lnTo>
                <a:lnTo>
                  <a:pt x="176358" y="122237"/>
                </a:lnTo>
                <a:lnTo>
                  <a:pt x="166281" y="174625"/>
                </a:lnTo>
                <a:lnTo>
                  <a:pt x="149485" y="217487"/>
                </a:lnTo>
                <a:lnTo>
                  <a:pt x="132689" y="260350"/>
                </a:lnTo>
                <a:lnTo>
                  <a:pt x="112534" y="296862"/>
                </a:lnTo>
                <a:lnTo>
                  <a:pt x="92379" y="334962"/>
                </a:lnTo>
                <a:lnTo>
                  <a:pt x="73903" y="369887"/>
                </a:lnTo>
                <a:lnTo>
                  <a:pt x="55427" y="409575"/>
                </a:lnTo>
                <a:lnTo>
                  <a:pt x="38632" y="450850"/>
                </a:lnTo>
                <a:lnTo>
                  <a:pt x="23515" y="496887"/>
                </a:lnTo>
                <a:lnTo>
                  <a:pt x="11758" y="546100"/>
                </a:lnTo>
                <a:lnTo>
                  <a:pt x="3359" y="606425"/>
                </a:lnTo>
                <a:lnTo>
                  <a:pt x="0" y="673100"/>
                </a:lnTo>
                <a:lnTo>
                  <a:pt x="3359" y="744537"/>
                </a:lnTo>
                <a:lnTo>
                  <a:pt x="11758" y="801687"/>
                </a:lnTo>
                <a:lnTo>
                  <a:pt x="23515" y="854075"/>
                </a:lnTo>
                <a:lnTo>
                  <a:pt x="38632" y="901700"/>
                </a:lnTo>
                <a:lnTo>
                  <a:pt x="55427" y="942975"/>
                </a:lnTo>
                <a:lnTo>
                  <a:pt x="75583" y="981075"/>
                </a:lnTo>
                <a:lnTo>
                  <a:pt x="95738" y="1017587"/>
                </a:lnTo>
                <a:lnTo>
                  <a:pt x="115893" y="1055687"/>
                </a:lnTo>
                <a:lnTo>
                  <a:pt x="134368" y="1095375"/>
                </a:lnTo>
                <a:lnTo>
                  <a:pt x="152844" y="1136650"/>
                </a:lnTo>
                <a:lnTo>
                  <a:pt x="167960" y="1182687"/>
                </a:lnTo>
                <a:lnTo>
                  <a:pt x="178038" y="1235075"/>
                </a:lnTo>
                <a:lnTo>
                  <a:pt x="188115" y="1295400"/>
                </a:lnTo>
                <a:lnTo>
                  <a:pt x="189795" y="1363662"/>
                </a:lnTo>
                <a:lnTo>
                  <a:pt x="188115" y="1431925"/>
                </a:lnTo>
                <a:lnTo>
                  <a:pt x="178038" y="1492250"/>
                </a:lnTo>
                <a:lnTo>
                  <a:pt x="167960" y="1544637"/>
                </a:lnTo>
                <a:lnTo>
                  <a:pt x="152844" y="1589087"/>
                </a:lnTo>
                <a:lnTo>
                  <a:pt x="134368" y="1631950"/>
                </a:lnTo>
                <a:lnTo>
                  <a:pt x="115893" y="1671637"/>
                </a:lnTo>
                <a:lnTo>
                  <a:pt x="95738" y="1708150"/>
                </a:lnTo>
                <a:lnTo>
                  <a:pt x="75583" y="1743075"/>
                </a:lnTo>
                <a:lnTo>
                  <a:pt x="55427" y="1782762"/>
                </a:lnTo>
                <a:lnTo>
                  <a:pt x="38632" y="1824037"/>
                </a:lnTo>
                <a:lnTo>
                  <a:pt x="23515" y="1870075"/>
                </a:lnTo>
                <a:lnTo>
                  <a:pt x="11758" y="1922462"/>
                </a:lnTo>
                <a:lnTo>
                  <a:pt x="3359" y="1982787"/>
                </a:lnTo>
                <a:lnTo>
                  <a:pt x="0" y="2051050"/>
                </a:lnTo>
                <a:lnTo>
                  <a:pt x="3359" y="2119312"/>
                </a:lnTo>
                <a:lnTo>
                  <a:pt x="11758" y="2179637"/>
                </a:lnTo>
                <a:lnTo>
                  <a:pt x="23515" y="2232025"/>
                </a:lnTo>
                <a:lnTo>
                  <a:pt x="38632" y="2278062"/>
                </a:lnTo>
                <a:lnTo>
                  <a:pt x="55427" y="2319337"/>
                </a:lnTo>
                <a:lnTo>
                  <a:pt x="75583" y="2359025"/>
                </a:lnTo>
                <a:lnTo>
                  <a:pt x="95738" y="2395537"/>
                </a:lnTo>
                <a:lnTo>
                  <a:pt x="115893" y="2433637"/>
                </a:lnTo>
                <a:lnTo>
                  <a:pt x="134368" y="2471737"/>
                </a:lnTo>
                <a:lnTo>
                  <a:pt x="152844" y="2513012"/>
                </a:lnTo>
                <a:lnTo>
                  <a:pt x="167960" y="2560637"/>
                </a:lnTo>
                <a:lnTo>
                  <a:pt x="178038" y="2613025"/>
                </a:lnTo>
                <a:lnTo>
                  <a:pt x="188115" y="2671762"/>
                </a:lnTo>
                <a:lnTo>
                  <a:pt x="189795" y="2741612"/>
                </a:lnTo>
                <a:lnTo>
                  <a:pt x="188115" y="2809875"/>
                </a:lnTo>
                <a:lnTo>
                  <a:pt x="178038" y="2868612"/>
                </a:lnTo>
                <a:lnTo>
                  <a:pt x="167960" y="2922587"/>
                </a:lnTo>
                <a:lnTo>
                  <a:pt x="152844" y="2967037"/>
                </a:lnTo>
                <a:lnTo>
                  <a:pt x="134368" y="3009900"/>
                </a:lnTo>
                <a:lnTo>
                  <a:pt x="115893" y="3046412"/>
                </a:lnTo>
                <a:lnTo>
                  <a:pt x="95738" y="3084512"/>
                </a:lnTo>
                <a:lnTo>
                  <a:pt x="75583" y="3121025"/>
                </a:lnTo>
                <a:lnTo>
                  <a:pt x="55427" y="3160712"/>
                </a:lnTo>
                <a:lnTo>
                  <a:pt x="38632" y="3201987"/>
                </a:lnTo>
                <a:lnTo>
                  <a:pt x="23515" y="3248025"/>
                </a:lnTo>
                <a:lnTo>
                  <a:pt x="11758" y="3300412"/>
                </a:lnTo>
                <a:lnTo>
                  <a:pt x="3359" y="3360737"/>
                </a:lnTo>
                <a:lnTo>
                  <a:pt x="0" y="3427412"/>
                </a:lnTo>
                <a:lnTo>
                  <a:pt x="3359" y="3497262"/>
                </a:lnTo>
                <a:lnTo>
                  <a:pt x="11758" y="3557587"/>
                </a:lnTo>
                <a:lnTo>
                  <a:pt x="23515" y="3609975"/>
                </a:lnTo>
                <a:lnTo>
                  <a:pt x="38632" y="3656012"/>
                </a:lnTo>
                <a:lnTo>
                  <a:pt x="55427" y="3697287"/>
                </a:lnTo>
                <a:lnTo>
                  <a:pt x="75583" y="3736975"/>
                </a:lnTo>
                <a:lnTo>
                  <a:pt x="115893" y="3811587"/>
                </a:lnTo>
                <a:lnTo>
                  <a:pt x="134368" y="3848100"/>
                </a:lnTo>
                <a:lnTo>
                  <a:pt x="152844" y="3890962"/>
                </a:lnTo>
                <a:lnTo>
                  <a:pt x="167960" y="3935412"/>
                </a:lnTo>
                <a:lnTo>
                  <a:pt x="178038" y="3987800"/>
                </a:lnTo>
                <a:lnTo>
                  <a:pt x="188115" y="4048125"/>
                </a:lnTo>
                <a:lnTo>
                  <a:pt x="189795" y="4116387"/>
                </a:lnTo>
                <a:lnTo>
                  <a:pt x="188115" y="4186237"/>
                </a:lnTo>
                <a:lnTo>
                  <a:pt x="178038" y="4244975"/>
                </a:lnTo>
                <a:lnTo>
                  <a:pt x="167960" y="4297362"/>
                </a:lnTo>
                <a:lnTo>
                  <a:pt x="152844" y="4343400"/>
                </a:lnTo>
                <a:lnTo>
                  <a:pt x="134368" y="4386262"/>
                </a:lnTo>
                <a:lnTo>
                  <a:pt x="115893" y="4424362"/>
                </a:lnTo>
                <a:lnTo>
                  <a:pt x="75583" y="4498975"/>
                </a:lnTo>
                <a:lnTo>
                  <a:pt x="55427" y="4537075"/>
                </a:lnTo>
                <a:lnTo>
                  <a:pt x="38632" y="4579937"/>
                </a:lnTo>
                <a:lnTo>
                  <a:pt x="23515" y="4625975"/>
                </a:lnTo>
                <a:lnTo>
                  <a:pt x="11758" y="4678362"/>
                </a:lnTo>
                <a:lnTo>
                  <a:pt x="3359" y="4738687"/>
                </a:lnTo>
                <a:lnTo>
                  <a:pt x="0" y="4806950"/>
                </a:lnTo>
                <a:lnTo>
                  <a:pt x="3359" y="4875212"/>
                </a:lnTo>
                <a:lnTo>
                  <a:pt x="11758" y="4935537"/>
                </a:lnTo>
                <a:lnTo>
                  <a:pt x="23515" y="4987925"/>
                </a:lnTo>
                <a:lnTo>
                  <a:pt x="38632" y="5033962"/>
                </a:lnTo>
                <a:lnTo>
                  <a:pt x="55427" y="5075237"/>
                </a:lnTo>
                <a:lnTo>
                  <a:pt x="75583" y="5114925"/>
                </a:lnTo>
                <a:lnTo>
                  <a:pt x="95738" y="5149850"/>
                </a:lnTo>
                <a:lnTo>
                  <a:pt x="115893" y="5186362"/>
                </a:lnTo>
                <a:lnTo>
                  <a:pt x="134368" y="5226050"/>
                </a:lnTo>
                <a:lnTo>
                  <a:pt x="152844" y="5268912"/>
                </a:lnTo>
                <a:lnTo>
                  <a:pt x="167960" y="5313362"/>
                </a:lnTo>
                <a:lnTo>
                  <a:pt x="178038" y="5365750"/>
                </a:lnTo>
                <a:lnTo>
                  <a:pt x="188115" y="5426075"/>
                </a:lnTo>
                <a:lnTo>
                  <a:pt x="189795" y="5494337"/>
                </a:lnTo>
                <a:lnTo>
                  <a:pt x="188115" y="5562600"/>
                </a:lnTo>
                <a:lnTo>
                  <a:pt x="178038" y="5622925"/>
                </a:lnTo>
                <a:lnTo>
                  <a:pt x="167960" y="5675312"/>
                </a:lnTo>
                <a:lnTo>
                  <a:pt x="152844" y="5721350"/>
                </a:lnTo>
                <a:lnTo>
                  <a:pt x="134368" y="5762625"/>
                </a:lnTo>
                <a:lnTo>
                  <a:pt x="115893" y="5802312"/>
                </a:lnTo>
                <a:lnTo>
                  <a:pt x="95738" y="5840412"/>
                </a:lnTo>
                <a:lnTo>
                  <a:pt x="75583" y="5876925"/>
                </a:lnTo>
                <a:lnTo>
                  <a:pt x="55427" y="5915025"/>
                </a:lnTo>
                <a:lnTo>
                  <a:pt x="38632" y="5956300"/>
                </a:lnTo>
                <a:lnTo>
                  <a:pt x="23515" y="6003925"/>
                </a:lnTo>
                <a:lnTo>
                  <a:pt x="11758" y="6056312"/>
                </a:lnTo>
                <a:lnTo>
                  <a:pt x="3359" y="6113462"/>
                </a:lnTo>
                <a:lnTo>
                  <a:pt x="0" y="6183312"/>
                </a:lnTo>
                <a:lnTo>
                  <a:pt x="3359" y="6251575"/>
                </a:lnTo>
                <a:lnTo>
                  <a:pt x="11758" y="6311900"/>
                </a:lnTo>
                <a:lnTo>
                  <a:pt x="23515" y="6361112"/>
                </a:lnTo>
                <a:lnTo>
                  <a:pt x="38632" y="6407150"/>
                </a:lnTo>
                <a:lnTo>
                  <a:pt x="55427" y="6448425"/>
                </a:lnTo>
                <a:lnTo>
                  <a:pt x="73903" y="6488112"/>
                </a:lnTo>
                <a:lnTo>
                  <a:pt x="92379" y="6523037"/>
                </a:lnTo>
                <a:lnTo>
                  <a:pt x="112534" y="6561137"/>
                </a:lnTo>
                <a:lnTo>
                  <a:pt x="132689" y="6597650"/>
                </a:lnTo>
                <a:lnTo>
                  <a:pt x="149485" y="6640512"/>
                </a:lnTo>
                <a:lnTo>
                  <a:pt x="166281" y="6683375"/>
                </a:lnTo>
                <a:lnTo>
                  <a:pt x="176358" y="6735762"/>
                </a:lnTo>
                <a:lnTo>
                  <a:pt x="184756" y="6791325"/>
                </a:lnTo>
                <a:lnTo>
                  <a:pt x="189795" y="6858000"/>
                </a:lnTo>
                <a:lnTo>
                  <a:pt x="334173" y="6858000"/>
                </a:lnTo>
                <a:lnTo>
                  <a:pt x="334174" y="6858000"/>
                </a:lnTo>
                <a:lnTo>
                  <a:pt x="4417162" y="6858000"/>
                </a:lnTo>
                <a:close/>
              </a:path>
            </a:pathLst>
          </a:custGeom>
          <a:solidFill>
            <a:schemeClr val="accent1">
              <a:lumMod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815CC54C-A262-9B0D-42E9-3C6D0E033A43}"/>
              </a:ext>
            </a:extLst>
          </p:cNvPr>
          <p:cNvSpPr>
            <a:spLocks noGrp="1"/>
          </p:cNvSpPr>
          <p:nvPr>
            <p:ph type="title"/>
          </p:nvPr>
        </p:nvSpPr>
        <p:spPr>
          <a:xfrm>
            <a:off x="457201" y="723406"/>
            <a:ext cx="3234018" cy="3826728"/>
          </a:xfrm>
        </p:spPr>
        <p:txBody>
          <a:bodyPr vert="horz" lIns="91440" tIns="45720" rIns="91440" bIns="45720" rtlCol="0" anchor="b">
            <a:normAutofit/>
          </a:bodyPr>
          <a:lstStyle/>
          <a:p>
            <a:pPr algn="ctr"/>
            <a:r>
              <a:rPr lang="en-US" sz="6400" kern="1200">
                <a:solidFill>
                  <a:schemeClr val="tx1"/>
                </a:solidFill>
                <a:latin typeface="+mj-lt"/>
                <a:ea typeface="+mj-ea"/>
                <a:cs typeface="+mj-cs"/>
              </a:rPr>
              <a:t>Table of contents</a:t>
            </a:r>
          </a:p>
        </p:txBody>
      </p:sp>
      <p:graphicFrame>
        <p:nvGraphicFramePr>
          <p:cNvPr id="28" name="Content Placeholder 2">
            <a:extLst>
              <a:ext uri="{FF2B5EF4-FFF2-40B4-BE49-F238E27FC236}">
                <a16:creationId xmlns:a16="http://schemas.microsoft.com/office/drawing/2014/main" id="{3E1C2133-071A-5F76-C226-C012B33239A7}"/>
              </a:ext>
            </a:extLst>
          </p:cNvPr>
          <p:cNvGraphicFramePr>
            <a:graphicFrameLocks noGrp="1"/>
          </p:cNvGraphicFramePr>
          <p:nvPr>
            <p:ph idx="1"/>
            <p:extLst>
              <p:ext uri="{D42A27DB-BD31-4B8C-83A1-F6EECF244321}">
                <p14:modId xmlns:p14="http://schemas.microsoft.com/office/powerpoint/2010/main" val="1055550540"/>
              </p:ext>
            </p:extLst>
          </p:nvPr>
        </p:nvGraphicFramePr>
        <p:xfrm>
          <a:off x="5155379" y="1065862"/>
          <a:ext cx="6192319" cy="47262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485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76A361ED-487F-EC89-A8EA-83219F26C6B7}"/>
              </a:ext>
            </a:extLst>
          </p:cNvPr>
          <p:cNvSpPr>
            <a:spLocks noGrp="1"/>
          </p:cNvSpPr>
          <p:nvPr>
            <p:ph type="title"/>
          </p:nvPr>
        </p:nvSpPr>
        <p:spPr>
          <a:xfrm>
            <a:off x="838200" y="365125"/>
            <a:ext cx="5558489" cy="1325563"/>
          </a:xfrm>
        </p:spPr>
        <p:txBody>
          <a:bodyPr>
            <a:normAutofit/>
          </a:bodyPr>
          <a:lstStyle/>
          <a:p>
            <a:r>
              <a:rPr lang="en-GB" sz="4800" dirty="0">
                <a:latin typeface="Century Gothic"/>
                <a:cs typeface="Calibri Light"/>
              </a:rPr>
              <a:t>HackBots</a:t>
            </a:r>
            <a:endParaRPr lang="en-GB" sz="4800">
              <a:latin typeface="Century Gothic"/>
              <a:cs typeface="Calibri Light"/>
            </a:endParaRPr>
          </a:p>
        </p:txBody>
      </p:sp>
      <p:sp>
        <p:nvSpPr>
          <p:cNvPr id="31" name="Freeform: Shape 30">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47" name="Content Placeholder 3">
            <a:extLst>
              <a:ext uri="{FF2B5EF4-FFF2-40B4-BE49-F238E27FC236}">
                <a16:creationId xmlns:a16="http://schemas.microsoft.com/office/drawing/2014/main" id="{4E11FEDC-D4CA-C748-4331-2970F0F6633A}"/>
              </a:ext>
            </a:extLst>
          </p:cNvPr>
          <p:cNvGraphicFramePr>
            <a:graphicFrameLocks noGrp="1"/>
          </p:cNvGraphicFramePr>
          <p:nvPr>
            <p:ph idx="1"/>
            <p:extLst>
              <p:ext uri="{D42A27DB-BD31-4B8C-83A1-F6EECF244321}">
                <p14:modId xmlns:p14="http://schemas.microsoft.com/office/powerpoint/2010/main" val="2778623444"/>
              </p:ext>
            </p:extLst>
          </p:nvPr>
        </p:nvGraphicFramePr>
        <p:xfrm>
          <a:off x="925286" y="1564368"/>
          <a:ext cx="5558489"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3" name="Oval 32">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Block Arc 34">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18531"/>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7" name="Freeform: Shape 36">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39" name="Straight Connector 38">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41" name="Freeform: Shape 40">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43" name="Arc 42">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5" name="Freeform: Shape 44">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00883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22">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24">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703648-CABF-A57C-3FF3-9A37937890F7}"/>
              </a:ext>
            </a:extLst>
          </p:cNvPr>
          <p:cNvSpPr>
            <a:spLocks noGrp="1"/>
          </p:cNvSpPr>
          <p:nvPr>
            <p:ph type="title"/>
          </p:nvPr>
        </p:nvSpPr>
        <p:spPr>
          <a:xfrm>
            <a:off x="686834" y="1153572"/>
            <a:ext cx="3200400" cy="4461163"/>
          </a:xfrm>
        </p:spPr>
        <p:txBody>
          <a:bodyPr>
            <a:normAutofit/>
          </a:bodyPr>
          <a:lstStyle/>
          <a:p>
            <a:r>
              <a:rPr lang="en-GB" dirty="0">
                <a:solidFill>
                  <a:srgbClr val="FFFFFF"/>
                </a:solidFill>
                <a:cs typeface="Calibri Light"/>
              </a:rPr>
              <a:t>Problem Statement </a:t>
            </a:r>
            <a:endParaRPr lang="en-GB" dirty="0">
              <a:solidFill>
                <a:srgbClr val="FFFFFF"/>
              </a:solidFill>
            </a:endParaRPr>
          </a:p>
        </p:txBody>
      </p:sp>
      <p:sp>
        <p:nvSpPr>
          <p:cNvPr id="41" name="Arc 26">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93F0C7E-A556-4755-FD5A-65F268B54D38}"/>
              </a:ext>
            </a:extLst>
          </p:cNvPr>
          <p:cNvSpPr>
            <a:spLocks noGrp="1"/>
          </p:cNvSpPr>
          <p:nvPr>
            <p:ph idx="1"/>
          </p:nvPr>
        </p:nvSpPr>
        <p:spPr>
          <a:xfrm>
            <a:off x="4447308" y="591344"/>
            <a:ext cx="6906491" cy="5585619"/>
          </a:xfrm>
        </p:spPr>
        <p:txBody>
          <a:bodyPr vert="horz" lIns="91440" tIns="45720" rIns="91440" bIns="45720" rtlCol="0" anchor="ctr">
            <a:normAutofit/>
          </a:bodyPr>
          <a:lstStyle/>
          <a:p>
            <a:r>
              <a:rPr lang="en-GB">
                <a:ea typeface="+mn-lt"/>
                <a:cs typeface="+mn-lt"/>
              </a:rPr>
              <a:t>For Indian handicraft and handloom industry make a cross-border e-commerce marketplace will bring customers and sellers together on a single business platform.</a:t>
            </a:r>
            <a:endParaRPr lang="en-US"/>
          </a:p>
          <a:p>
            <a:r>
              <a:rPr lang="en-GB">
                <a:ea typeface="+mn-lt"/>
                <a:cs typeface="+mn-lt"/>
              </a:rPr>
              <a:t>To provide a unique e-commerce platform for craftsmen to sell various crafts and accessories.</a:t>
            </a:r>
          </a:p>
          <a:p>
            <a:r>
              <a:rPr lang="en-GB">
                <a:ea typeface="+mn-lt"/>
                <a:cs typeface="+mn-lt"/>
              </a:rPr>
              <a:t>To globalise the Indian handicraft industry. </a:t>
            </a:r>
          </a:p>
          <a:p>
            <a:r>
              <a:rPr lang="en-GB">
                <a:ea typeface="+mn-lt"/>
                <a:cs typeface="+mn-lt"/>
              </a:rPr>
              <a:t>Providing a shared platform for the creation, marketing, and sale of high-quality handicrafts and items.</a:t>
            </a:r>
            <a:endParaRPr lang="en-GB"/>
          </a:p>
          <a:p>
            <a:endParaRPr lang="en-GB">
              <a:cs typeface="Calibri"/>
            </a:endParaRPr>
          </a:p>
        </p:txBody>
      </p:sp>
    </p:spTree>
    <p:extLst>
      <p:ext uri="{BB962C8B-B14F-4D97-AF65-F5344CB8AC3E}">
        <p14:creationId xmlns:p14="http://schemas.microsoft.com/office/powerpoint/2010/main" val="4240928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E51BA-E8A0-F8E1-067A-918640B78F1D}"/>
              </a:ext>
            </a:extLst>
          </p:cNvPr>
          <p:cNvSpPr>
            <a:spLocks noGrp="1"/>
          </p:cNvSpPr>
          <p:nvPr>
            <p:ph type="title"/>
          </p:nvPr>
        </p:nvSpPr>
        <p:spPr>
          <a:xfrm>
            <a:off x="643467" y="321734"/>
            <a:ext cx="10905066" cy="1135737"/>
          </a:xfrm>
        </p:spPr>
        <p:txBody>
          <a:bodyPr>
            <a:normAutofit/>
          </a:bodyPr>
          <a:lstStyle/>
          <a:p>
            <a:r>
              <a:rPr lang="en-GB" sz="3600" b="1" dirty="0">
                <a:cs typeface="Calibri Light"/>
              </a:rPr>
              <a:t>Solution </a:t>
            </a:r>
          </a:p>
        </p:txBody>
      </p:sp>
      <p:sp>
        <p:nvSpPr>
          <p:cNvPr id="16" name="Rectangle 1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2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Isosceles Triangle 2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 name="Content Placeholder 2">
            <a:extLst>
              <a:ext uri="{FF2B5EF4-FFF2-40B4-BE49-F238E27FC236}">
                <a16:creationId xmlns:a16="http://schemas.microsoft.com/office/drawing/2014/main" id="{0A0402C7-0AC5-78E1-455F-AD3960BA1DE7}"/>
              </a:ext>
            </a:extLst>
          </p:cNvPr>
          <p:cNvGraphicFramePr>
            <a:graphicFrameLocks noGrp="1"/>
          </p:cNvGraphicFramePr>
          <p:nvPr>
            <p:ph idx="1"/>
            <p:extLst>
              <p:ext uri="{D42A27DB-BD31-4B8C-83A1-F6EECF244321}">
                <p14:modId xmlns:p14="http://schemas.microsoft.com/office/powerpoint/2010/main" val="251028099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71851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3" descr="A picture containing decorated, close&#10;&#10;Description automatically generated">
            <a:extLst>
              <a:ext uri="{FF2B5EF4-FFF2-40B4-BE49-F238E27FC236}">
                <a16:creationId xmlns:a16="http://schemas.microsoft.com/office/drawing/2014/main" id="{40707B64-47AD-44C1-BBAD-59827A03E791}"/>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t="9091" r="23298"/>
          <a:stretch/>
        </p:blipFill>
        <p:spPr>
          <a:xfrm>
            <a:off x="3459454" y="10"/>
            <a:ext cx="8668512" cy="6857990"/>
          </a:xfrm>
          <a:prstGeom prst="rect">
            <a:avLst/>
          </a:prstGeom>
        </p:spPr>
      </p:pic>
      <p:sp>
        <p:nvSpPr>
          <p:cNvPr id="11" name="Rectangle 1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30DE23B-2CF0-D050-B451-D706FEF36133}"/>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a:t>Feature for Making Website Efficient in Sales</a:t>
            </a:r>
            <a:endParaRPr lang="en-US" dirty="0"/>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ADBE0900-A2C8-E5BA-C065-DC35787E494D}"/>
              </a:ext>
            </a:extLst>
          </p:cNvPr>
          <p:cNvSpPr txBox="1"/>
          <p:nvPr/>
        </p:nvSpPr>
        <p:spPr>
          <a:xfrm>
            <a:off x="9851296" y="6657945"/>
            <a:ext cx="2340704" cy="200055"/>
          </a:xfrm>
          <a:prstGeom prst="rect">
            <a:avLst/>
          </a:prstGeom>
          <a:solidFill>
            <a:srgbClr val="000000"/>
          </a:solidFill>
        </p:spPr>
        <p:txBody>
          <a:bodyPr wrap="none">
            <a:spAutoFit/>
          </a:bodyPr>
          <a:lstStyle/>
          <a:p>
            <a:pPr algn="r">
              <a:spcAft>
                <a:spcPts val="600"/>
              </a:spcAft>
            </a:pPr>
            <a:r>
              <a:rPr lang="en-US" sz="700">
                <a:solidFill>
                  <a:srgbClr val="FFFFFF"/>
                </a:solidFill>
                <a:hlinkClick r:id="rId3">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a:extLst>
                    <a:ext uri="{A12FA001-AC4F-418D-AE19-62706E023703}">
                      <ahyp:hlinkClr xmlns:ahyp="http://schemas.microsoft.com/office/drawing/2018/hyperlinkcolor" val="tx"/>
                    </a:ext>
                  </a:extLst>
                </a:hlinkClick>
              </a:rPr>
              <a:t>CC BY-ND</a:t>
            </a:r>
            <a:r>
              <a:rPr lang="en-US" sz="700">
                <a:solidFill>
                  <a:srgbClr val="FFFFFF"/>
                </a:solidFill>
              </a:rPr>
              <a:t>.</a:t>
            </a:r>
          </a:p>
        </p:txBody>
      </p:sp>
      <p:sp>
        <p:nvSpPr>
          <p:cNvPr id="5" name="TextBox 4">
            <a:extLst>
              <a:ext uri="{FF2B5EF4-FFF2-40B4-BE49-F238E27FC236}">
                <a16:creationId xmlns:a16="http://schemas.microsoft.com/office/drawing/2014/main" id="{7E3200CE-CEF9-9C85-A5D7-6EB266B1C65B}"/>
              </a:ext>
            </a:extLst>
          </p:cNvPr>
          <p:cNvSpPr txBox="1"/>
          <p:nvPr/>
        </p:nvSpPr>
        <p:spPr>
          <a:xfrm>
            <a:off x="4724400" y="320040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dirty="0">
              <a:cs typeface="Calibri"/>
            </a:endParaRPr>
          </a:p>
        </p:txBody>
      </p:sp>
      <p:sp>
        <p:nvSpPr>
          <p:cNvPr id="6" name="TextBox 5">
            <a:extLst>
              <a:ext uri="{FF2B5EF4-FFF2-40B4-BE49-F238E27FC236}">
                <a16:creationId xmlns:a16="http://schemas.microsoft.com/office/drawing/2014/main" id="{A14C45D4-6369-D547-69AD-A5DE1EC49B65}"/>
              </a:ext>
            </a:extLst>
          </p:cNvPr>
          <p:cNvSpPr txBox="1"/>
          <p:nvPr/>
        </p:nvSpPr>
        <p:spPr>
          <a:xfrm rot="4860000">
            <a:off x="4867275" y="3343274"/>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GB" dirty="0">
              <a:cs typeface="Calibri"/>
            </a:endParaRPr>
          </a:p>
        </p:txBody>
      </p:sp>
    </p:spTree>
    <p:extLst>
      <p:ext uri="{BB962C8B-B14F-4D97-AF65-F5344CB8AC3E}">
        <p14:creationId xmlns:p14="http://schemas.microsoft.com/office/powerpoint/2010/main" val="992065470"/>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A1EFEEFA-CC34-2E15-631C-5EFE7E34F0AC}"/>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r="7555"/>
          <a:stretch/>
        </p:blipFill>
        <p:spPr>
          <a:xfrm>
            <a:off x="20" y="10"/>
            <a:ext cx="12191981" cy="6857990"/>
          </a:xfrm>
          <a:prstGeom prst="rect">
            <a:avLst/>
          </a:prstGeom>
        </p:spPr>
      </p:pic>
      <p:sp>
        <p:nvSpPr>
          <p:cNvPr id="21" name="Rectangle 20">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9873" cy="685800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8F55ED-AA25-C9A1-5F6A-9F965A21FA36}"/>
              </a:ext>
            </a:extLst>
          </p:cNvPr>
          <p:cNvSpPr>
            <a:spLocks noGrp="1"/>
          </p:cNvSpPr>
          <p:nvPr>
            <p:ph type="title"/>
          </p:nvPr>
        </p:nvSpPr>
        <p:spPr>
          <a:xfrm>
            <a:off x="643467" y="321734"/>
            <a:ext cx="6891186" cy="1135737"/>
          </a:xfrm>
        </p:spPr>
        <p:txBody>
          <a:bodyPr>
            <a:normAutofit/>
          </a:bodyPr>
          <a:lstStyle/>
          <a:p>
            <a:r>
              <a:rPr lang="en-US" sz="3600">
                <a:cs typeface="Calibri Light"/>
              </a:rPr>
              <a:t>Demand Forecasting</a:t>
            </a:r>
            <a:endParaRPr lang="en-US" sz="3600"/>
          </a:p>
        </p:txBody>
      </p:sp>
      <p:sp>
        <p:nvSpPr>
          <p:cNvPr id="3" name="Content Placeholder 2">
            <a:extLst>
              <a:ext uri="{FF2B5EF4-FFF2-40B4-BE49-F238E27FC236}">
                <a16:creationId xmlns:a16="http://schemas.microsoft.com/office/drawing/2014/main" id="{10FD4619-C92D-0814-8F9A-36B47E165472}"/>
              </a:ext>
            </a:extLst>
          </p:cNvPr>
          <p:cNvSpPr>
            <a:spLocks noGrp="1"/>
          </p:cNvSpPr>
          <p:nvPr>
            <p:ph idx="1"/>
          </p:nvPr>
        </p:nvSpPr>
        <p:spPr>
          <a:xfrm>
            <a:off x="643467" y="1782981"/>
            <a:ext cx="6891187" cy="4393982"/>
          </a:xfrm>
        </p:spPr>
        <p:txBody>
          <a:bodyPr vert="horz" lIns="91440" tIns="45720" rIns="91440" bIns="45720" rtlCol="0" anchor="t">
            <a:normAutofit/>
          </a:bodyPr>
          <a:lstStyle/>
          <a:p>
            <a:r>
              <a:rPr lang="en-US" sz="2000" dirty="0">
                <a:ea typeface="+mn-lt"/>
                <a:cs typeface="+mn-lt"/>
              </a:rPr>
              <a:t>Demand forecasting is the process of using predictive analysis of historical data to estimate and predict customers' future demand for a product or service. .</a:t>
            </a:r>
          </a:p>
          <a:p>
            <a:r>
              <a:rPr lang="en-US" sz="2000" dirty="0">
                <a:cs typeface="Calibri" panose="020F0502020204030204"/>
              </a:rPr>
              <a:t>Demand forecasting is helpful in supply chain management.</a:t>
            </a:r>
          </a:p>
          <a:p>
            <a:r>
              <a:rPr lang="en-US" sz="2000" dirty="0">
                <a:cs typeface="Calibri" panose="020F0502020204030204"/>
              </a:rPr>
              <a:t>Deploying a demand forecasting in website in not feasible.</a:t>
            </a:r>
          </a:p>
          <a:p>
            <a:r>
              <a:rPr lang="en-US" sz="2000" dirty="0">
                <a:ea typeface="+mn-lt"/>
                <a:cs typeface="+mn-lt"/>
              </a:rPr>
              <a:t>But, with the use of cookies and API', we will be able collect user information regarding like which product they are browsing or buying, which will help in demand forecasting in supply chain management.</a:t>
            </a:r>
            <a:endParaRPr lang="en-US" sz="2000" dirty="0">
              <a:cs typeface="Calibri" panose="020F0502020204030204"/>
            </a:endParaRPr>
          </a:p>
          <a:p>
            <a:endParaRPr lang="en-US" sz="2000">
              <a:cs typeface="Calibri" panose="020F0502020204030204"/>
            </a:endParaRPr>
          </a:p>
          <a:p>
            <a:endParaRPr lang="en-US" sz="2000">
              <a:cs typeface="Calibri" panose="020F0502020204030204"/>
            </a:endParaRPr>
          </a:p>
        </p:txBody>
      </p:sp>
      <p:grpSp>
        <p:nvGrpSpPr>
          <p:cNvPr id="23" name="Group 22">
            <a:extLst>
              <a:ext uri="{FF2B5EF4-FFF2-40B4-BE49-F238E27FC236}">
                <a16:creationId xmlns:a16="http://schemas.microsoft.com/office/drawing/2014/main" id="{07EAA094-9CF6-4695-958A-33D9BCAA94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123132" y="713128"/>
            <a:ext cx="1068867" cy="2126625"/>
            <a:chOff x="10918968" y="713127"/>
            <a:chExt cx="1273032" cy="2532832"/>
          </a:xfrm>
        </p:grpSpPr>
        <p:sp>
          <p:nvSpPr>
            <p:cNvPr id="24" name="Rectangle 23">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Isosceles Triangle 24">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7" name="Isosceles Triangle 26">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734930E-46B5-9945-FEB7-C8EFB00A2907}"/>
              </a:ext>
            </a:extLst>
          </p:cNvPr>
          <p:cNvSpPr txBox="1"/>
          <p:nvPr/>
        </p:nvSpPr>
        <p:spPr>
          <a:xfrm>
            <a:off x="9851297" y="6657945"/>
            <a:ext cx="2340704" cy="200055"/>
          </a:xfrm>
          <a:prstGeom prst="rect">
            <a:avLst/>
          </a:prstGeom>
          <a:solidFill>
            <a:srgbClr val="000000"/>
          </a:solidFill>
        </p:spPr>
        <p:txBody>
          <a:bodyPr wrap="none">
            <a:spAutoFit/>
          </a:bodyPr>
          <a:lstStyle/>
          <a:p>
            <a:pPr algn="r">
              <a:spcAft>
                <a:spcPts val="600"/>
              </a:spcAft>
            </a:pPr>
            <a:r>
              <a:rPr lang="en-US" sz="700">
                <a:solidFill>
                  <a:srgbClr val="FFFFFF"/>
                </a:solidFill>
                <a:hlinkClick r:id="rId3">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a:extLst>
                    <a:ext uri="{A12FA001-AC4F-418D-AE19-62706E023703}">
                      <ahyp:hlinkClr xmlns:ahyp="http://schemas.microsoft.com/office/drawing/2018/hyperlinkcolor" val="tx"/>
                    </a:ext>
                  </a:extLst>
                </a:hlinkClick>
              </a:rPr>
              <a:t>CC BY-ND</a:t>
            </a:r>
            <a:r>
              <a:rPr lang="en-US" sz="700">
                <a:solidFill>
                  <a:srgbClr val="FFFFFF"/>
                </a:solidFill>
              </a:rPr>
              <a:t>.</a:t>
            </a:r>
          </a:p>
        </p:txBody>
      </p:sp>
    </p:spTree>
    <p:extLst>
      <p:ext uri="{BB962C8B-B14F-4D97-AF65-F5344CB8AC3E}">
        <p14:creationId xmlns:p14="http://schemas.microsoft.com/office/powerpoint/2010/main" val="51143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1671E5-1AF9-ABD6-92DA-8F4CFF3AF79F}"/>
              </a:ext>
            </a:extLst>
          </p:cNvPr>
          <p:cNvSpPr>
            <a:spLocks noGrp="1"/>
          </p:cNvSpPr>
          <p:nvPr>
            <p:ph type="title"/>
          </p:nvPr>
        </p:nvSpPr>
        <p:spPr>
          <a:xfrm>
            <a:off x="572493" y="238539"/>
            <a:ext cx="11018520" cy="1434415"/>
          </a:xfrm>
        </p:spPr>
        <p:txBody>
          <a:bodyPr anchor="b">
            <a:normAutofit/>
          </a:bodyPr>
          <a:lstStyle/>
          <a:p>
            <a:r>
              <a:rPr lang="en-US" sz="5400">
                <a:cs typeface="Calibri Light"/>
              </a:rPr>
              <a:t>Sentiment Analysis</a:t>
            </a:r>
            <a:endParaRPr lang="en-US" sz="5400"/>
          </a:p>
        </p:txBody>
      </p:sp>
      <p:sp>
        <p:nvSpPr>
          <p:cNvPr id="1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24BE26D-B645-23D3-4C7E-DC1C63CC5B48}"/>
              </a:ext>
            </a:extLst>
          </p:cNvPr>
          <p:cNvSpPr>
            <a:spLocks noGrp="1"/>
          </p:cNvSpPr>
          <p:nvPr>
            <p:ph idx="1"/>
          </p:nvPr>
        </p:nvSpPr>
        <p:spPr>
          <a:xfrm>
            <a:off x="572493" y="2071316"/>
            <a:ext cx="6713552" cy="4119172"/>
          </a:xfrm>
        </p:spPr>
        <p:txBody>
          <a:bodyPr vert="horz" lIns="91440" tIns="45720" rIns="91440" bIns="45720" rtlCol="0" anchor="t">
            <a:normAutofit/>
          </a:bodyPr>
          <a:lstStyle/>
          <a:p>
            <a:r>
              <a:rPr lang="en-US" sz="2200">
                <a:ea typeface="+mn-lt"/>
                <a:cs typeface="+mn-lt"/>
              </a:rPr>
              <a:t>Sentiment analysis (or opinion mining) is a natural language processing (NLP) technique used to </a:t>
            </a:r>
            <a:r>
              <a:rPr lang="en-US" sz="2200" b="1">
                <a:ea typeface="+mn-lt"/>
                <a:cs typeface="+mn-lt"/>
              </a:rPr>
              <a:t>determine whether data is positive, negative or neutral</a:t>
            </a:r>
            <a:r>
              <a:rPr lang="en-US" sz="2200">
                <a:ea typeface="+mn-lt"/>
                <a:cs typeface="+mn-lt"/>
              </a:rPr>
              <a:t>.</a:t>
            </a:r>
          </a:p>
          <a:p>
            <a:r>
              <a:rPr lang="en-US" sz="2200">
                <a:ea typeface="+mn-lt"/>
                <a:cs typeface="+mn-lt"/>
              </a:rPr>
              <a:t>Sentiment analysis is often performed on textual data to help businesses monitor brand and product sentiment in customer feedback, and understand customer needs.</a:t>
            </a:r>
          </a:p>
          <a:p>
            <a:r>
              <a:rPr lang="en-US" sz="2200">
                <a:ea typeface="+mn-lt"/>
                <a:cs typeface="+mn-lt"/>
              </a:rPr>
              <a:t>We will be using Sentiment Analysis (API) in the review section of the handcraft and handloom product , this can used for recommendation process.</a:t>
            </a:r>
          </a:p>
        </p:txBody>
      </p:sp>
      <p:pic>
        <p:nvPicPr>
          <p:cNvPr id="4" name="Picture 4" descr="A picture containing cage&#10;&#10;Description automatically generated">
            <a:extLst>
              <a:ext uri="{FF2B5EF4-FFF2-40B4-BE49-F238E27FC236}">
                <a16:creationId xmlns:a16="http://schemas.microsoft.com/office/drawing/2014/main" id="{A64EF1CE-A812-6A9B-9C22-1C15B3AAEAC3}"/>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l="21724" r="30174" b="2"/>
          <a:stretch/>
        </p:blipFill>
        <p:spPr>
          <a:xfrm>
            <a:off x="7675658" y="2093976"/>
            <a:ext cx="3941064" cy="4096512"/>
          </a:xfrm>
          <a:prstGeom prst="rect">
            <a:avLst/>
          </a:prstGeom>
        </p:spPr>
      </p:pic>
      <p:sp>
        <p:nvSpPr>
          <p:cNvPr id="5" name="TextBox 4">
            <a:extLst>
              <a:ext uri="{FF2B5EF4-FFF2-40B4-BE49-F238E27FC236}">
                <a16:creationId xmlns:a16="http://schemas.microsoft.com/office/drawing/2014/main" id="{528A4073-7862-1718-AAD6-67E82379F89F}"/>
              </a:ext>
            </a:extLst>
          </p:cNvPr>
          <p:cNvSpPr txBox="1"/>
          <p:nvPr/>
        </p:nvSpPr>
        <p:spPr>
          <a:xfrm>
            <a:off x="9162204" y="5990433"/>
            <a:ext cx="2454518" cy="200055"/>
          </a:xfrm>
          <a:prstGeom prst="rect">
            <a:avLst/>
          </a:prstGeom>
          <a:solidFill>
            <a:srgbClr val="000000"/>
          </a:solidFill>
        </p:spPr>
        <p:txBody>
          <a:bodyPr wrap="none">
            <a:spAutoFit/>
          </a:bodyPr>
          <a:lstStyle/>
          <a:p>
            <a:pPr algn="r">
              <a:spcAft>
                <a:spcPts val="600"/>
              </a:spcAft>
            </a:pPr>
            <a:r>
              <a:rPr lang="en-US" sz="700">
                <a:solidFill>
                  <a:srgbClr val="FFFFFF"/>
                </a:solidFill>
                <a:hlinkClick r:id="rId3">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a:extLst>
                    <a:ext uri="{A12FA001-AC4F-418D-AE19-62706E023703}">
                      <ahyp:hlinkClr xmlns:ahyp="http://schemas.microsoft.com/office/drawing/2018/hyperlinkcolor" val="tx"/>
                    </a:ext>
                  </a:extLst>
                </a:hlinkClick>
              </a:rPr>
              <a:t>CC BY-SA-NC</a:t>
            </a:r>
            <a:r>
              <a:rPr lang="en-US" sz="700">
                <a:solidFill>
                  <a:srgbClr val="FFFFFF"/>
                </a:solidFill>
              </a:rPr>
              <a:t>.</a:t>
            </a:r>
          </a:p>
        </p:txBody>
      </p:sp>
    </p:spTree>
    <p:extLst>
      <p:ext uri="{BB962C8B-B14F-4D97-AF65-F5344CB8AC3E}">
        <p14:creationId xmlns:p14="http://schemas.microsoft.com/office/powerpoint/2010/main" val="20273185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6FCF38-D1F9-97CB-2FC8-69A767249946}"/>
              </a:ext>
            </a:extLst>
          </p:cNvPr>
          <p:cNvSpPr>
            <a:spLocks noGrp="1"/>
          </p:cNvSpPr>
          <p:nvPr>
            <p:ph type="title"/>
          </p:nvPr>
        </p:nvSpPr>
        <p:spPr>
          <a:xfrm>
            <a:off x="640080" y="325369"/>
            <a:ext cx="4368602" cy="1956841"/>
          </a:xfrm>
        </p:spPr>
        <p:txBody>
          <a:bodyPr anchor="b">
            <a:normAutofit/>
          </a:bodyPr>
          <a:lstStyle/>
          <a:p>
            <a:r>
              <a:rPr lang="en-US" sz="5400">
                <a:cs typeface="Calibri Light"/>
              </a:rPr>
              <a:t>Continue</a:t>
            </a:r>
            <a:endParaRPr lang="en-US" sz="5400"/>
          </a:p>
        </p:txBody>
      </p:sp>
      <p:sp>
        <p:nvSpPr>
          <p:cNvPr id="14"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82B6C067-C3C7-D673-4928-BAD7F25A577C}"/>
              </a:ext>
            </a:extLst>
          </p:cNvPr>
          <p:cNvSpPr>
            <a:spLocks noGrp="1"/>
          </p:cNvSpPr>
          <p:nvPr>
            <p:ph idx="1"/>
          </p:nvPr>
        </p:nvSpPr>
        <p:spPr>
          <a:xfrm>
            <a:off x="640080" y="2872899"/>
            <a:ext cx="4243589" cy="3320668"/>
          </a:xfrm>
        </p:spPr>
        <p:txBody>
          <a:bodyPr vert="horz" lIns="91440" tIns="45720" rIns="91440" bIns="45720" rtlCol="0" anchor="t">
            <a:normAutofit/>
          </a:bodyPr>
          <a:lstStyle/>
          <a:p>
            <a:r>
              <a:rPr lang="en-US" sz="2200" dirty="0">
                <a:cs typeface="Calibri"/>
              </a:rPr>
              <a:t>  If the user write negative review,</a:t>
            </a:r>
            <a:endParaRPr lang="en-US" dirty="0">
              <a:cs typeface="Calibri" panose="020F0502020204030204"/>
            </a:endParaRPr>
          </a:p>
          <a:p>
            <a:pPr marL="0" indent="0">
              <a:buNone/>
            </a:pPr>
            <a:r>
              <a:rPr lang="en-US" sz="2200" dirty="0">
                <a:cs typeface="Calibri"/>
              </a:rPr>
              <a:t>     the system will recommend </a:t>
            </a:r>
          </a:p>
          <a:p>
            <a:pPr marL="0" indent="0">
              <a:buNone/>
            </a:pPr>
            <a:r>
              <a:rPr lang="en-US" sz="2200" dirty="0">
                <a:cs typeface="Calibri"/>
              </a:rPr>
              <a:t>     the product with positive review.</a:t>
            </a:r>
          </a:p>
          <a:p>
            <a:pPr marL="342900" indent="-342900"/>
            <a:r>
              <a:rPr lang="en-US" sz="2200" dirty="0">
                <a:cs typeface="Calibri"/>
              </a:rPr>
              <a:t>We will implement this function</a:t>
            </a:r>
          </a:p>
          <a:p>
            <a:pPr marL="0" indent="0">
              <a:buNone/>
            </a:pPr>
            <a:r>
              <a:rPr lang="en-US" sz="2200" dirty="0">
                <a:cs typeface="Calibri"/>
              </a:rPr>
              <a:t>     by calling various API's.</a:t>
            </a:r>
          </a:p>
          <a:p>
            <a:pPr marL="0" indent="0">
              <a:buNone/>
            </a:pPr>
            <a:endParaRPr lang="en-US" sz="2200" dirty="0">
              <a:cs typeface="Calibri"/>
            </a:endParaRPr>
          </a:p>
          <a:p>
            <a:pPr marL="0" indent="0">
              <a:buNone/>
            </a:pPr>
            <a:endParaRPr lang="en-US" sz="2200">
              <a:cs typeface="Calibri"/>
            </a:endParaRPr>
          </a:p>
        </p:txBody>
      </p:sp>
      <p:pic>
        <p:nvPicPr>
          <p:cNvPr id="7" name="Picture 7" descr="Diagram&#10;&#10;Description automatically generated">
            <a:extLst>
              <a:ext uri="{FF2B5EF4-FFF2-40B4-BE49-F238E27FC236}">
                <a16:creationId xmlns:a16="http://schemas.microsoft.com/office/drawing/2014/main" id="{091F5AD7-0FB2-0F7A-3485-670FACBF6BFA}"/>
              </a:ext>
            </a:extLst>
          </p:cNvPr>
          <p:cNvPicPr>
            <a:picLocks noChangeAspect="1"/>
          </p:cNvPicPr>
          <p:nvPr/>
        </p:nvPicPr>
        <p:blipFill rotWithShape="1">
          <a:blip r:embed="rId2"/>
          <a:srcRect t="402" r="-3" b="3886"/>
          <a:stretch/>
        </p:blipFill>
        <p:spPr>
          <a:xfrm>
            <a:off x="5627653" y="10"/>
            <a:ext cx="6562824" cy="6597795"/>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49637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B03843-6766-F389-DD87-5428466DC4F2}"/>
              </a:ext>
            </a:extLst>
          </p:cNvPr>
          <p:cNvSpPr>
            <a:spLocks noGrp="1"/>
          </p:cNvSpPr>
          <p:nvPr>
            <p:ph type="title"/>
          </p:nvPr>
        </p:nvSpPr>
        <p:spPr>
          <a:xfrm>
            <a:off x="572493" y="238539"/>
            <a:ext cx="11018520" cy="1434415"/>
          </a:xfrm>
        </p:spPr>
        <p:txBody>
          <a:bodyPr anchor="b">
            <a:normAutofit/>
          </a:bodyPr>
          <a:lstStyle/>
          <a:p>
            <a:r>
              <a:rPr lang="en-US" sz="5400">
                <a:cs typeface="Calibri Light"/>
              </a:rPr>
              <a:t>Automatic Quality Check</a:t>
            </a:r>
            <a:endParaRPr lang="en-US" sz="5400"/>
          </a:p>
        </p:txBody>
      </p:sp>
      <p:sp>
        <p:nvSpPr>
          <p:cNvPr id="28"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422C2B1-77A1-4908-2FA1-0A0E40F1AA04}"/>
              </a:ext>
            </a:extLst>
          </p:cNvPr>
          <p:cNvSpPr>
            <a:spLocks noGrp="1"/>
          </p:cNvSpPr>
          <p:nvPr>
            <p:ph idx="1"/>
          </p:nvPr>
        </p:nvSpPr>
        <p:spPr>
          <a:xfrm>
            <a:off x="572493" y="2071316"/>
            <a:ext cx="6713552" cy="4119172"/>
          </a:xfrm>
        </p:spPr>
        <p:txBody>
          <a:bodyPr vert="horz" lIns="91440" tIns="45720" rIns="91440" bIns="45720" rtlCol="0" anchor="t">
            <a:normAutofit/>
          </a:bodyPr>
          <a:lstStyle/>
          <a:p>
            <a:r>
              <a:rPr lang="en-US" sz="2200" dirty="0">
                <a:cs typeface="Calibri"/>
              </a:rPr>
              <a:t>Giving an accurate quality check of the product is not feasible with only website . One would require many other tools like AI/ML model and Physical warehouse for automation checking.</a:t>
            </a:r>
          </a:p>
          <a:p>
            <a:r>
              <a:rPr lang="en-US" sz="2200" dirty="0">
                <a:cs typeface="Calibri"/>
              </a:rPr>
              <a:t>But we can evaluate the quality of the product through the users itself,  we can use review and rating of the product to determine its quality.</a:t>
            </a:r>
          </a:p>
          <a:p>
            <a:r>
              <a:rPr lang="en-US" sz="2200" dirty="0">
                <a:cs typeface="Calibri"/>
              </a:rPr>
              <a:t>We will mark the product with special label which have passed the quality check. This will benefit both buyer and seller . </a:t>
            </a:r>
          </a:p>
          <a:p>
            <a:endParaRPr lang="en-US" sz="2200">
              <a:cs typeface="Calibri"/>
            </a:endParaRPr>
          </a:p>
        </p:txBody>
      </p:sp>
      <p:pic>
        <p:nvPicPr>
          <p:cNvPr id="4" name="Picture 4" descr="A picture containing text, gear&#10;&#10;Description automatically generated">
            <a:extLst>
              <a:ext uri="{FF2B5EF4-FFF2-40B4-BE49-F238E27FC236}">
                <a16:creationId xmlns:a16="http://schemas.microsoft.com/office/drawing/2014/main" id="{C6AF7DBB-A00D-F9C7-8F58-3DBA8314E211}"/>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l="4276" r="3" b="2"/>
          <a:stretch/>
        </p:blipFill>
        <p:spPr>
          <a:xfrm>
            <a:off x="7675658" y="2093976"/>
            <a:ext cx="3941064" cy="4096512"/>
          </a:xfrm>
          <a:prstGeom prst="rect">
            <a:avLst/>
          </a:prstGeom>
        </p:spPr>
      </p:pic>
      <p:sp>
        <p:nvSpPr>
          <p:cNvPr id="5" name="TextBox 4">
            <a:extLst>
              <a:ext uri="{FF2B5EF4-FFF2-40B4-BE49-F238E27FC236}">
                <a16:creationId xmlns:a16="http://schemas.microsoft.com/office/drawing/2014/main" id="{2B06F8D8-A8F4-A547-9F58-86EE47A117BB}"/>
              </a:ext>
            </a:extLst>
          </p:cNvPr>
          <p:cNvSpPr txBox="1"/>
          <p:nvPr/>
        </p:nvSpPr>
        <p:spPr>
          <a:xfrm>
            <a:off x="9282430" y="5990433"/>
            <a:ext cx="2334292" cy="200055"/>
          </a:xfrm>
          <a:prstGeom prst="rect">
            <a:avLst/>
          </a:prstGeom>
          <a:solidFill>
            <a:srgbClr val="000000"/>
          </a:solidFill>
        </p:spPr>
        <p:txBody>
          <a:bodyPr wrap="none">
            <a:spAutoFit/>
          </a:bodyPr>
          <a:lstStyle/>
          <a:p>
            <a:pPr algn="r">
              <a:spcAft>
                <a:spcPts val="600"/>
              </a:spcAft>
            </a:pPr>
            <a:r>
              <a:rPr lang="en-US" sz="700">
                <a:solidFill>
                  <a:srgbClr val="FFFFFF"/>
                </a:solidFill>
                <a:hlinkClick r:id="rId3">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a:extLst>
                    <a:ext uri="{A12FA001-AC4F-418D-AE19-62706E023703}">
                      <ahyp:hlinkClr xmlns:ahyp="http://schemas.microsoft.com/office/drawing/2018/hyperlinkcolor" val="tx"/>
                    </a:ext>
                  </a:extLst>
                </a:hlinkClick>
              </a:rPr>
              <a:t>CC BY-NC</a:t>
            </a:r>
            <a:r>
              <a:rPr lang="en-US" sz="700">
                <a:solidFill>
                  <a:srgbClr val="FFFFFF"/>
                </a:solidFill>
              </a:rPr>
              <a:t>.</a:t>
            </a:r>
          </a:p>
        </p:txBody>
      </p:sp>
    </p:spTree>
    <p:extLst>
      <p:ext uri="{BB962C8B-B14F-4D97-AF65-F5344CB8AC3E}">
        <p14:creationId xmlns:p14="http://schemas.microsoft.com/office/powerpoint/2010/main" val="7434845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F8905-9943-2A4B-1CD1-2AEBC17B8EF2}"/>
              </a:ext>
            </a:extLst>
          </p:cNvPr>
          <p:cNvSpPr>
            <a:spLocks noGrp="1"/>
          </p:cNvSpPr>
          <p:nvPr>
            <p:ph type="title"/>
          </p:nvPr>
        </p:nvSpPr>
        <p:spPr>
          <a:xfrm>
            <a:off x="365940" y="905435"/>
            <a:ext cx="4406085" cy="771525"/>
          </a:xfrm>
        </p:spPr>
        <p:txBody>
          <a:bodyPr vert="horz" lIns="91440" tIns="45720" rIns="91440" bIns="45720" rtlCol="0" anchor="b">
            <a:noAutofit/>
          </a:bodyPr>
          <a:lstStyle/>
          <a:p>
            <a:r>
              <a:rPr lang="en-US" sz="2800" dirty="0">
                <a:latin typeface="Calibri Light"/>
                <a:cs typeface="Calibri Light"/>
              </a:rPr>
              <a:t>HOME PAGE : FIRST LOOK</a:t>
            </a:r>
            <a:endParaRPr lang="en-IN" sz="2800">
              <a:latin typeface="Calibri Light"/>
              <a:cs typeface="Calibri Light"/>
            </a:endParaRPr>
          </a:p>
        </p:txBody>
      </p:sp>
      <p:pic>
        <p:nvPicPr>
          <p:cNvPr id="6" name="Content Placeholder 5">
            <a:extLst>
              <a:ext uri="{FF2B5EF4-FFF2-40B4-BE49-F238E27FC236}">
                <a16:creationId xmlns:a16="http://schemas.microsoft.com/office/drawing/2014/main" id="{319C9597-0C6B-5C53-2631-CB02FC9CC812}"/>
              </a:ext>
            </a:extLst>
          </p:cNvPr>
          <p:cNvPicPr>
            <a:picLocks noGrp="1" noChangeAspect="1"/>
          </p:cNvPicPr>
          <p:nvPr>
            <p:ph idx="1"/>
          </p:nvPr>
        </p:nvPicPr>
        <p:blipFill>
          <a:blip r:embed="rId2"/>
          <a:stretch>
            <a:fillRect/>
          </a:stretch>
        </p:blipFill>
        <p:spPr>
          <a:xfrm>
            <a:off x="5180012" y="295099"/>
            <a:ext cx="6172200" cy="3052851"/>
          </a:xfrm>
        </p:spPr>
      </p:pic>
      <p:sp>
        <p:nvSpPr>
          <p:cNvPr id="4" name="Text Placeholder 3">
            <a:extLst>
              <a:ext uri="{FF2B5EF4-FFF2-40B4-BE49-F238E27FC236}">
                <a16:creationId xmlns:a16="http://schemas.microsoft.com/office/drawing/2014/main" id="{5AD0AA45-5BA7-B6A7-74FA-DCE9BF0D3629}"/>
              </a:ext>
            </a:extLst>
          </p:cNvPr>
          <p:cNvSpPr>
            <a:spLocks noGrp="1"/>
          </p:cNvSpPr>
          <p:nvPr>
            <p:ph type="body" sz="half" idx="2"/>
          </p:nvPr>
        </p:nvSpPr>
        <p:spPr>
          <a:xfrm>
            <a:off x="602864" y="1907480"/>
            <a:ext cx="3932237" cy="3987121"/>
          </a:xfrm>
        </p:spPr>
        <p:txBody>
          <a:bodyPr vert="horz" lIns="91440" tIns="45720" rIns="91440" bIns="45720" rtlCol="0" anchor="t">
            <a:normAutofit/>
          </a:bodyPr>
          <a:lstStyle/>
          <a:p>
            <a:pPr marL="457200" indent="-457200">
              <a:buFont typeface="Arial" panose="020B0604020202020204" pitchFamily="34" charset="0"/>
              <a:buChar char="•"/>
            </a:pPr>
            <a:r>
              <a:rPr lang="en-IN" sz="2400" dirty="0">
                <a:latin typeface="Times New Roman"/>
                <a:cs typeface="Times New Roman"/>
              </a:rPr>
              <a:t>Include variety of  clothes of different materials.</a:t>
            </a:r>
          </a:p>
          <a:p>
            <a:pPr marL="457200" indent="-457200">
              <a:buFont typeface="Arial" panose="020B0604020202020204" pitchFamily="34" charset="0"/>
              <a:buChar char="•"/>
            </a:pPr>
            <a:r>
              <a:rPr lang="en-IN" sz="2400" dirty="0">
                <a:latin typeface="Times New Roman"/>
                <a:cs typeface="Times New Roman"/>
              </a:rPr>
              <a:t>Display the trending product of the website.</a:t>
            </a:r>
          </a:p>
          <a:p>
            <a:pPr marL="457200" indent="-457200">
              <a:buFont typeface="Arial" panose="020B0604020202020204" pitchFamily="34" charset="0"/>
              <a:buChar char="•"/>
            </a:pPr>
            <a:r>
              <a:rPr lang="en-IN" sz="2400" dirty="0">
                <a:latin typeface="Times New Roman"/>
                <a:cs typeface="Times New Roman"/>
              </a:rPr>
              <a:t>Show various offers and reward available for users.</a:t>
            </a:r>
            <a:endParaRPr lang="en-IN" sz="240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44A83516-786E-2000-35C5-D7803819401D}"/>
              </a:ext>
            </a:extLst>
          </p:cNvPr>
          <p:cNvPicPr>
            <a:picLocks noChangeAspect="1"/>
          </p:cNvPicPr>
          <p:nvPr/>
        </p:nvPicPr>
        <p:blipFill>
          <a:blip r:embed="rId3"/>
          <a:stretch>
            <a:fillRect/>
          </a:stretch>
        </p:blipFill>
        <p:spPr>
          <a:xfrm>
            <a:off x="5180012" y="3347950"/>
            <a:ext cx="6172200" cy="3138575"/>
          </a:xfrm>
          <a:prstGeom prst="rect">
            <a:avLst/>
          </a:prstGeom>
        </p:spPr>
      </p:pic>
    </p:spTree>
    <p:extLst>
      <p:ext uri="{BB962C8B-B14F-4D97-AF65-F5344CB8AC3E}">
        <p14:creationId xmlns:p14="http://schemas.microsoft.com/office/powerpoint/2010/main" val="12178052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72BD30-03FF-62FF-8EBF-C00DA0A86435}"/>
              </a:ext>
            </a:extLst>
          </p:cNvPr>
          <p:cNvSpPr>
            <a:spLocks noGrp="1"/>
          </p:cNvSpPr>
          <p:nvPr>
            <p:ph type="title"/>
          </p:nvPr>
        </p:nvSpPr>
        <p:spPr>
          <a:xfrm>
            <a:off x="1710645" y="390525"/>
            <a:ext cx="3061380" cy="904875"/>
          </a:xfrm>
        </p:spPr>
        <p:txBody>
          <a:bodyPr>
            <a:normAutofit/>
          </a:bodyPr>
          <a:lstStyle/>
          <a:p>
            <a:r>
              <a:rPr lang="en-US" sz="4000" dirty="0">
                <a:latin typeface="Times New Roman"/>
                <a:cs typeface="Times New Roman"/>
              </a:rPr>
              <a:t>STUDIO</a:t>
            </a:r>
            <a:endParaRPr lang="en-IN" sz="4000">
              <a:latin typeface="Times New Roman"/>
              <a:cs typeface="Times New Roman"/>
            </a:endParaRPr>
          </a:p>
        </p:txBody>
      </p:sp>
      <p:pic>
        <p:nvPicPr>
          <p:cNvPr id="8" name="Content Placeholder 7">
            <a:extLst>
              <a:ext uri="{FF2B5EF4-FFF2-40B4-BE49-F238E27FC236}">
                <a16:creationId xmlns:a16="http://schemas.microsoft.com/office/drawing/2014/main" id="{22A4B0DA-470C-3AF6-ECA1-F37B8D21E60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07074" y="390525"/>
            <a:ext cx="5545138" cy="2772569"/>
          </a:xfrm>
        </p:spPr>
      </p:pic>
      <p:sp>
        <p:nvSpPr>
          <p:cNvPr id="6" name="Text Placeholder 5">
            <a:extLst>
              <a:ext uri="{FF2B5EF4-FFF2-40B4-BE49-F238E27FC236}">
                <a16:creationId xmlns:a16="http://schemas.microsoft.com/office/drawing/2014/main" id="{4D96799B-79CE-AE0A-9B7E-DF02BE9B1B3F}"/>
              </a:ext>
            </a:extLst>
          </p:cNvPr>
          <p:cNvSpPr>
            <a:spLocks noGrp="1"/>
          </p:cNvSpPr>
          <p:nvPr>
            <p:ph type="body" sz="half" idx="2"/>
          </p:nvPr>
        </p:nvSpPr>
        <p:spPr>
          <a:xfrm>
            <a:off x="839788" y="1628775"/>
            <a:ext cx="4437062" cy="3811588"/>
          </a:xfrm>
        </p:spPr>
        <p:txBody>
          <a:bodyPr vert="horz" lIns="91440" tIns="45720" rIns="91440" bIns="45720" rtlCol="0" anchor="t">
            <a:normAutofit fontScale="92500"/>
          </a:bodyPr>
          <a:lstStyle/>
          <a:p>
            <a:pPr fontAlgn="ctr">
              <a:spcBef>
                <a:spcPts val="0"/>
              </a:spcBef>
              <a:buFont typeface="Arial" panose="020B0604020202020204" pitchFamily="34" charset="0"/>
              <a:buChar char="•"/>
            </a:pPr>
            <a:r>
              <a:rPr lang="en-US" sz="2800" dirty="0">
                <a:latin typeface="Times New Roman"/>
                <a:cs typeface="Times New Roman"/>
              </a:rPr>
              <a:t>This Section of Website will help us to bridge the gap between the artisan and buyers.</a:t>
            </a:r>
          </a:p>
          <a:p>
            <a:pPr>
              <a:spcBef>
                <a:spcPts val="0"/>
              </a:spcBef>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a:spcBef>
                <a:spcPts val="0"/>
              </a:spcBef>
              <a:buFont typeface="Arial" panose="020B0604020202020204" pitchFamily="34" charset="0"/>
              <a:buChar char="•"/>
            </a:pPr>
            <a:r>
              <a:rPr lang="en-US" sz="2800" dirty="0">
                <a:latin typeface="Times New Roman"/>
                <a:cs typeface="Times New Roman"/>
              </a:rPr>
              <a:t>With the help of content creator and influencers, we will spread awareness about the rich culture of craft and handloom of India throughout the globe.</a:t>
            </a:r>
            <a:endParaRPr lang="en-US" sz="28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6AC6E751-6B3A-61D2-1511-1AA521C8A9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7074" y="3163094"/>
            <a:ext cx="5545137" cy="2772569"/>
          </a:xfrm>
          <a:prstGeom prst="rect">
            <a:avLst/>
          </a:prstGeom>
        </p:spPr>
      </p:pic>
    </p:spTree>
    <p:extLst>
      <p:ext uri="{BB962C8B-B14F-4D97-AF65-F5344CB8AC3E}">
        <p14:creationId xmlns:p14="http://schemas.microsoft.com/office/powerpoint/2010/main" val="29880158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7" descr="A picture containing text, indoor&#10;&#10;Description automatically generated">
            <a:extLst>
              <a:ext uri="{FF2B5EF4-FFF2-40B4-BE49-F238E27FC236}">
                <a16:creationId xmlns:a16="http://schemas.microsoft.com/office/drawing/2014/main" id="{5739B57A-A629-15A4-9F1A-B2737266EA2D}"/>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l="5884" r="-1" b="-1"/>
          <a:stretch/>
        </p:blipFill>
        <p:spPr>
          <a:xfrm>
            <a:off x="1" y="10"/>
            <a:ext cx="9669642" cy="6857990"/>
          </a:xfrm>
          <a:prstGeom prst="rect">
            <a:avLst/>
          </a:prstGeom>
        </p:spPr>
      </p:pic>
      <p:sp>
        <p:nvSpPr>
          <p:cNvPr id="15" name="Rectangle 14">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87FB0E3-0B93-0C42-93B3-D0287FC77F86}"/>
              </a:ext>
            </a:extLst>
          </p:cNvPr>
          <p:cNvSpPr>
            <a:spLocks noGrp="1"/>
          </p:cNvSpPr>
          <p:nvPr>
            <p:ph type="title"/>
          </p:nvPr>
        </p:nvSpPr>
        <p:spPr>
          <a:xfrm>
            <a:off x="7531610" y="365125"/>
            <a:ext cx="3822189" cy="1899912"/>
          </a:xfrm>
        </p:spPr>
        <p:txBody>
          <a:bodyPr>
            <a:normAutofit/>
          </a:bodyPr>
          <a:lstStyle/>
          <a:p>
            <a:r>
              <a:rPr lang="en-US" sz="4000" dirty="0">
                <a:latin typeface="Franklin Gothic"/>
                <a:cs typeface="Calibri Light"/>
              </a:rPr>
              <a:t>Blog &amp; Reviews</a:t>
            </a:r>
            <a:endParaRPr lang="en-US" sz="4000" dirty="0">
              <a:latin typeface="Franklin Gothic"/>
            </a:endParaRPr>
          </a:p>
        </p:txBody>
      </p:sp>
      <p:sp>
        <p:nvSpPr>
          <p:cNvPr id="3" name="Content Placeholder 2">
            <a:extLst>
              <a:ext uri="{FF2B5EF4-FFF2-40B4-BE49-F238E27FC236}">
                <a16:creationId xmlns:a16="http://schemas.microsoft.com/office/drawing/2014/main" id="{E62143A3-F372-534D-4594-7C01BB784276}"/>
              </a:ext>
            </a:extLst>
          </p:cNvPr>
          <p:cNvSpPr>
            <a:spLocks noGrp="1"/>
          </p:cNvSpPr>
          <p:nvPr>
            <p:ph idx="1"/>
          </p:nvPr>
        </p:nvSpPr>
        <p:spPr>
          <a:xfrm>
            <a:off x="7531610" y="2434201"/>
            <a:ext cx="3822189" cy="3742762"/>
          </a:xfrm>
        </p:spPr>
        <p:txBody>
          <a:bodyPr vert="horz" lIns="91440" tIns="45720" rIns="91440" bIns="45720" rtlCol="0" anchor="t">
            <a:normAutofit/>
          </a:bodyPr>
          <a:lstStyle/>
          <a:p>
            <a:r>
              <a:rPr lang="en-US" sz="2000" dirty="0">
                <a:cs typeface="Calibri"/>
              </a:rPr>
              <a:t>There will be an short blog section , where users can read about other's person experience about shopping in website, with various products.</a:t>
            </a:r>
          </a:p>
          <a:p>
            <a:endParaRPr lang="en-US" sz="2000" dirty="0">
              <a:cs typeface="Calibri"/>
            </a:endParaRPr>
          </a:p>
          <a:p>
            <a:r>
              <a:rPr lang="en-US" sz="2000" dirty="0">
                <a:cs typeface="Calibri"/>
              </a:rPr>
              <a:t>Blog will also include artisan story , there lifestyle, how generation-to-generation these skill are been passed out .</a:t>
            </a:r>
          </a:p>
        </p:txBody>
      </p:sp>
      <p:sp>
        <p:nvSpPr>
          <p:cNvPr id="8" name="TextBox 7">
            <a:extLst>
              <a:ext uri="{FF2B5EF4-FFF2-40B4-BE49-F238E27FC236}">
                <a16:creationId xmlns:a16="http://schemas.microsoft.com/office/drawing/2014/main" id="{85F2E3C3-E27E-8C61-C342-FCDB2A863F18}"/>
              </a:ext>
            </a:extLst>
          </p:cNvPr>
          <p:cNvSpPr txBox="1"/>
          <p:nvPr/>
        </p:nvSpPr>
        <p:spPr>
          <a:xfrm>
            <a:off x="7348175" y="6657945"/>
            <a:ext cx="2321468" cy="200055"/>
          </a:xfrm>
          <a:prstGeom prst="rect">
            <a:avLst/>
          </a:prstGeom>
          <a:solidFill>
            <a:srgbClr val="000000"/>
          </a:solidFill>
        </p:spPr>
        <p:txBody>
          <a:bodyPr wrap="none">
            <a:spAutoFit/>
          </a:bodyPr>
          <a:lstStyle/>
          <a:p>
            <a:pPr algn="r">
              <a:spcAft>
                <a:spcPts val="600"/>
              </a:spcAft>
            </a:pPr>
            <a:r>
              <a:rPr lang="en-US" sz="700">
                <a:solidFill>
                  <a:srgbClr val="FFFFFF"/>
                </a:solidFill>
                <a:hlinkClick r:id="rId3">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a:extLst>
                    <a:ext uri="{A12FA001-AC4F-418D-AE19-62706E023703}">
                      <ahyp:hlinkClr xmlns:ahyp="http://schemas.microsoft.com/office/drawing/2018/hyperlinkcolor" val="tx"/>
                    </a:ext>
                  </a:extLst>
                </a:hlinkClick>
              </a:rPr>
              <a:t>CC BY-SA</a:t>
            </a:r>
            <a:r>
              <a:rPr lang="en-US" sz="700">
                <a:solidFill>
                  <a:srgbClr val="FFFFFF"/>
                </a:solidFill>
              </a:rPr>
              <a:t>.</a:t>
            </a:r>
          </a:p>
        </p:txBody>
      </p:sp>
    </p:spTree>
    <p:extLst>
      <p:ext uri="{BB962C8B-B14F-4D97-AF65-F5344CB8AC3E}">
        <p14:creationId xmlns:p14="http://schemas.microsoft.com/office/powerpoint/2010/main" val="12546430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4A76EAC5-EEB9-A540-CA5F-527F9F26F4BA}"/>
              </a:ext>
            </a:extLst>
          </p:cNvPr>
          <p:cNvPicPr>
            <a:picLocks noGrp="1" noChangeAspect="1"/>
          </p:cNvPicPr>
          <p:nvPr>
            <p:ph idx="1"/>
          </p:nvPr>
        </p:nvPicPr>
        <p:blipFill rotWithShape="1">
          <a:blip r:embed="rId2"/>
          <a:srcRect b="4030"/>
          <a:stretch/>
        </p:blipFill>
        <p:spPr>
          <a:xfrm>
            <a:off x="2522356" y="10"/>
            <a:ext cx="9669642" cy="6857990"/>
          </a:xfrm>
          <a:prstGeom prst="rect">
            <a:avLst/>
          </a:prstGeom>
        </p:spPr>
      </p:pic>
      <p:sp>
        <p:nvSpPr>
          <p:cNvPr id="13" name="Rectangle 12">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5AC8180-6C53-169C-6685-31D1526B1D22}"/>
              </a:ext>
            </a:extLst>
          </p:cNvPr>
          <p:cNvSpPr>
            <a:spLocks noGrp="1"/>
          </p:cNvSpPr>
          <p:nvPr>
            <p:ph type="title"/>
          </p:nvPr>
        </p:nvSpPr>
        <p:spPr>
          <a:xfrm>
            <a:off x="838200" y="365125"/>
            <a:ext cx="3822189" cy="1899912"/>
          </a:xfrm>
        </p:spPr>
        <p:txBody>
          <a:bodyPr vert="horz" lIns="91440" tIns="45720" rIns="91440" bIns="45720" rtlCol="0" anchor="ctr">
            <a:normAutofit/>
          </a:bodyPr>
          <a:lstStyle/>
          <a:p>
            <a:r>
              <a:rPr lang="en-US" sz="4000" dirty="0">
                <a:latin typeface="Franklin Gothic"/>
              </a:rPr>
              <a:t>  OUR STORY</a:t>
            </a:r>
          </a:p>
        </p:txBody>
      </p:sp>
      <p:sp>
        <p:nvSpPr>
          <p:cNvPr id="4" name="Text Placeholder 3">
            <a:extLst>
              <a:ext uri="{FF2B5EF4-FFF2-40B4-BE49-F238E27FC236}">
                <a16:creationId xmlns:a16="http://schemas.microsoft.com/office/drawing/2014/main" id="{0AEB4C63-BF8F-9470-78FA-3E2262D8895B}"/>
              </a:ext>
            </a:extLst>
          </p:cNvPr>
          <p:cNvSpPr>
            <a:spLocks noGrp="1"/>
          </p:cNvSpPr>
          <p:nvPr>
            <p:ph type="body" sz="half" idx="2"/>
          </p:nvPr>
        </p:nvSpPr>
        <p:spPr>
          <a:xfrm>
            <a:off x="838200" y="2434201"/>
            <a:ext cx="4551467" cy="3025585"/>
          </a:xfrm>
        </p:spPr>
        <p:txBody>
          <a:bodyPr vert="horz" lIns="91440" tIns="45720" rIns="91440" bIns="45720" rtlCol="0" anchor="t">
            <a:noAutofit/>
          </a:bodyPr>
          <a:lstStyle/>
          <a:p>
            <a:pPr marL="457200" indent="-228600">
              <a:buFont typeface="Arial" panose="020B0604020202020204" pitchFamily="34" charset="0"/>
              <a:buChar char="•"/>
            </a:pPr>
            <a:r>
              <a:rPr lang="en-US" sz="2800" dirty="0">
                <a:latin typeface="Modern love"/>
              </a:rPr>
              <a:t>Spreads awareness about Indian goods .</a:t>
            </a:r>
          </a:p>
          <a:p>
            <a:pPr marL="457200" indent="-228600">
              <a:buFont typeface="Arial" panose="020B0604020202020204" pitchFamily="34" charset="0"/>
              <a:buChar char="•"/>
            </a:pPr>
            <a:r>
              <a:rPr lang="en-US" sz="2800" dirty="0">
                <a:latin typeface="Modern love"/>
              </a:rPr>
              <a:t>Connects people with  products.</a:t>
            </a:r>
          </a:p>
          <a:p>
            <a:pPr marL="457200" indent="-228600">
              <a:buFont typeface="Arial" panose="020B0604020202020204" pitchFamily="34" charset="0"/>
              <a:buChar char="•"/>
            </a:pPr>
            <a:r>
              <a:rPr lang="en-US" sz="2800" dirty="0">
                <a:latin typeface="Modern love"/>
              </a:rPr>
              <a:t>Encourages other sellers to become a part of this marvelous community.</a:t>
            </a:r>
            <a:endParaRPr lang="en-US" sz="2800" dirty="0">
              <a:latin typeface="Modern love"/>
              <a:cs typeface="Calibri"/>
            </a:endParaRPr>
          </a:p>
        </p:txBody>
      </p:sp>
    </p:spTree>
    <p:extLst>
      <p:ext uri="{BB962C8B-B14F-4D97-AF65-F5344CB8AC3E}">
        <p14:creationId xmlns:p14="http://schemas.microsoft.com/office/powerpoint/2010/main" val="9128719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0DDF8D-41CC-8CC0-A600-316865BB9BF7}"/>
              </a:ext>
            </a:extLst>
          </p:cNvPr>
          <p:cNvSpPr>
            <a:spLocks noGrp="1"/>
          </p:cNvSpPr>
          <p:nvPr>
            <p:ph type="title"/>
          </p:nvPr>
        </p:nvSpPr>
        <p:spPr>
          <a:xfrm>
            <a:off x="686834" y="1153572"/>
            <a:ext cx="3200400" cy="4461163"/>
          </a:xfrm>
        </p:spPr>
        <p:txBody>
          <a:bodyPr>
            <a:normAutofit/>
          </a:bodyPr>
          <a:lstStyle/>
          <a:p>
            <a:r>
              <a:rPr lang="en-GB">
                <a:solidFill>
                  <a:srgbClr val="FFFFFF"/>
                </a:solidFill>
                <a:cs typeface="Calibri Light"/>
              </a:rPr>
              <a:t>Credits</a:t>
            </a:r>
            <a:endParaRPr lang="en-GB">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6840314-6BD7-6FBA-B1EB-D6AF42AFD767}"/>
              </a:ext>
            </a:extLst>
          </p:cNvPr>
          <p:cNvSpPr>
            <a:spLocks noGrp="1"/>
          </p:cNvSpPr>
          <p:nvPr>
            <p:ph idx="1"/>
          </p:nvPr>
        </p:nvSpPr>
        <p:spPr>
          <a:xfrm>
            <a:off x="4447308" y="591344"/>
            <a:ext cx="6906491" cy="5585619"/>
          </a:xfrm>
        </p:spPr>
        <p:txBody>
          <a:bodyPr anchor="ctr">
            <a:normAutofit/>
          </a:bodyPr>
          <a:lstStyle/>
          <a:p>
            <a:r>
              <a:rPr lang="en-GB" dirty="0" err="1">
                <a:cs typeface="Calibri"/>
              </a:rPr>
              <a:t>Eebad</a:t>
            </a:r>
            <a:r>
              <a:rPr lang="en-GB" dirty="0">
                <a:cs typeface="Calibri"/>
              </a:rPr>
              <a:t> Reza        : : </a:t>
            </a:r>
            <a:r>
              <a:rPr lang="en-GB" dirty="0" err="1">
                <a:cs typeface="Calibri"/>
              </a:rPr>
              <a:t>FrontEnd</a:t>
            </a:r>
            <a:r>
              <a:rPr lang="en-GB" dirty="0">
                <a:cs typeface="Calibri"/>
              </a:rPr>
              <a:t> </a:t>
            </a:r>
          </a:p>
          <a:p>
            <a:r>
              <a:rPr lang="en-GB" dirty="0">
                <a:cs typeface="Calibri"/>
              </a:rPr>
              <a:t>Raj Aryan           : : </a:t>
            </a:r>
            <a:r>
              <a:rPr lang="en-GB" dirty="0" err="1">
                <a:cs typeface="Calibri"/>
              </a:rPr>
              <a:t>BackEnd</a:t>
            </a:r>
            <a:endParaRPr lang="en-GB" dirty="0">
              <a:cs typeface="Calibri"/>
            </a:endParaRPr>
          </a:p>
          <a:p>
            <a:r>
              <a:rPr lang="en-GB" dirty="0">
                <a:cs typeface="Calibri"/>
              </a:rPr>
              <a:t>Aakriti Kumari   : : </a:t>
            </a:r>
            <a:r>
              <a:rPr lang="en-GB" dirty="0" err="1">
                <a:cs typeface="Calibri"/>
              </a:rPr>
              <a:t>FrontEnd</a:t>
            </a:r>
            <a:endParaRPr lang="en-GB">
              <a:cs typeface="Calibri"/>
            </a:endParaRPr>
          </a:p>
          <a:p>
            <a:r>
              <a:rPr lang="en-GB" dirty="0">
                <a:cs typeface="Calibri"/>
              </a:rPr>
              <a:t>Sneha Rani.        : : </a:t>
            </a:r>
            <a:r>
              <a:rPr lang="en-GB" dirty="0" err="1">
                <a:cs typeface="Calibri"/>
              </a:rPr>
              <a:t>FrontEnd</a:t>
            </a:r>
            <a:r>
              <a:rPr lang="en-GB" dirty="0">
                <a:cs typeface="Calibri"/>
              </a:rPr>
              <a:t> + Assets</a:t>
            </a:r>
          </a:p>
        </p:txBody>
      </p:sp>
    </p:spTree>
    <p:extLst>
      <p:ext uri="{BB962C8B-B14F-4D97-AF65-F5344CB8AC3E}">
        <p14:creationId xmlns:p14="http://schemas.microsoft.com/office/powerpoint/2010/main" val="40880933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3301E07F-4F79-4B58-8698-EF24DC1ECD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Arc 24">
            <a:extLst>
              <a:ext uri="{FF2B5EF4-FFF2-40B4-BE49-F238E27FC236}">
                <a16:creationId xmlns:a16="http://schemas.microsoft.com/office/drawing/2014/main" id="{E58B2195-5055-402F-A3E7-53FF0E498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91583" y="775849"/>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7" name="Oval 26">
            <a:extLst>
              <a:ext uri="{FF2B5EF4-FFF2-40B4-BE49-F238E27FC236}">
                <a16:creationId xmlns:a16="http://schemas.microsoft.com/office/drawing/2014/main" id="{9EE6F773-742A-491A-9A00-A2A150DF50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9419" y="366810"/>
            <a:ext cx="6124381" cy="61243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F5E851-10EA-15A3-8791-378DFCBF330C}"/>
              </a:ext>
            </a:extLst>
          </p:cNvPr>
          <p:cNvSpPr>
            <a:spLocks noGrp="1"/>
          </p:cNvSpPr>
          <p:nvPr>
            <p:ph type="ctrTitle"/>
          </p:nvPr>
        </p:nvSpPr>
        <p:spPr>
          <a:xfrm>
            <a:off x="838200" y="647593"/>
            <a:ext cx="4467792" cy="3060541"/>
          </a:xfrm>
        </p:spPr>
        <p:txBody>
          <a:bodyPr>
            <a:normAutofit/>
          </a:bodyPr>
          <a:lstStyle/>
          <a:p>
            <a:r>
              <a:rPr lang="en-GB">
                <a:solidFill>
                  <a:srgbClr val="FFFFFF"/>
                </a:solidFill>
                <a:cs typeface="Calibri Light"/>
              </a:rPr>
              <a:t>Thank you</a:t>
            </a:r>
            <a:endParaRPr lang="en-GB">
              <a:solidFill>
                <a:srgbClr val="FFFFFF"/>
              </a:solidFill>
            </a:endParaRPr>
          </a:p>
        </p:txBody>
      </p:sp>
      <p:sp>
        <p:nvSpPr>
          <p:cNvPr id="3" name="Content Placeholder 2">
            <a:extLst>
              <a:ext uri="{FF2B5EF4-FFF2-40B4-BE49-F238E27FC236}">
                <a16:creationId xmlns:a16="http://schemas.microsoft.com/office/drawing/2014/main" id="{451511E9-1F9E-DE5C-2DAB-5AF04E5B4A63}"/>
              </a:ext>
            </a:extLst>
          </p:cNvPr>
          <p:cNvSpPr>
            <a:spLocks noGrp="1"/>
          </p:cNvSpPr>
          <p:nvPr>
            <p:ph type="subTitle" idx="1"/>
          </p:nvPr>
        </p:nvSpPr>
        <p:spPr>
          <a:xfrm>
            <a:off x="838200" y="3800209"/>
            <a:ext cx="4467792" cy="2410198"/>
          </a:xfrm>
        </p:spPr>
        <p:txBody>
          <a:bodyPr>
            <a:normAutofit/>
          </a:bodyPr>
          <a:lstStyle/>
          <a:p>
            <a:endParaRPr lang="en-GB">
              <a:solidFill>
                <a:srgbClr val="FFFFFF"/>
              </a:solidFill>
            </a:endParaRPr>
          </a:p>
        </p:txBody>
      </p:sp>
      <p:pic>
        <p:nvPicPr>
          <p:cNvPr id="7" name="Graphic 6" descr="Accept">
            <a:extLst>
              <a:ext uri="{FF2B5EF4-FFF2-40B4-BE49-F238E27FC236}">
                <a16:creationId xmlns:a16="http://schemas.microsoft.com/office/drawing/2014/main" id="{EC3EDE8D-CB09-A062-FF9D-6935F860DF5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23623" y="1374798"/>
            <a:ext cx="4108404" cy="4108404"/>
          </a:xfrm>
          <a:custGeom>
            <a:avLst/>
            <a:gdLst/>
            <a:ahLst/>
            <a:cxnLst/>
            <a:rect l="l" t="t" r="r" b="b"/>
            <a:pathLst>
              <a:path w="4273177" h="4470400">
                <a:moveTo>
                  <a:pt x="75080" y="0"/>
                </a:moveTo>
                <a:lnTo>
                  <a:pt x="4198097" y="0"/>
                </a:lnTo>
                <a:cubicBezTo>
                  <a:pt x="4239563" y="0"/>
                  <a:pt x="4273177" y="33614"/>
                  <a:pt x="4273177" y="75080"/>
                </a:cubicBezTo>
                <a:lnTo>
                  <a:pt x="4273177" y="4395320"/>
                </a:lnTo>
                <a:cubicBezTo>
                  <a:pt x="4273177" y="4436786"/>
                  <a:pt x="4239563" y="4470400"/>
                  <a:pt x="4198097" y="4470400"/>
                </a:cubicBezTo>
                <a:lnTo>
                  <a:pt x="75080" y="4470400"/>
                </a:lnTo>
                <a:cubicBezTo>
                  <a:pt x="33614" y="4470400"/>
                  <a:pt x="0" y="4436786"/>
                  <a:pt x="0" y="4395320"/>
                </a:cubicBezTo>
                <a:lnTo>
                  <a:pt x="0" y="75080"/>
                </a:lnTo>
                <a:cubicBezTo>
                  <a:pt x="0" y="33614"/>
                  <a:pt x="33614" y="0"/>
                  <a:pt x="75080" y="0"/>
                </a:cubicBezTo>
                <a:close/>
              </a:path>
            </a:pathLst>
          </a:custGeom>
        </p:spPr>
      </p:pic>
    </p:spTree>
    <p:extLst>
      <p:ext uri="{BB962C8B-B14F-4D97-AF65-F5344CB8AC3E}">
        <p14:creationId xmlns:p14="http://schemas.microsoft.com/office/powerpoint/2010/main" val="2987530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16</Slides>
  <Notes>0</Notes>
  <HiddenSlides>0</HiddenSlides>
  <MMClips>0</MMClips>
  <ScaleCrop>false</ScaleCrop>
  <HeadingPairs>
    <vt:vector size="4" baseType="variant">
      <vt:variant>
        <vt:lpstr>Theme</vt:lpstr>
      </vt:variant>
      <vt:variant>
        <vt:i4>3</vt:i4>
      </vt:variant>
      <vt:variant>
        <vt:lpstr>Slide Titles</vt:lpstr>
      </vt:variant>
      <vt:variant>
        <vt:i4>16</vt:i4>
      </vt:variant>
    </vt:vector>
  </HeadingPairs>
  <TitlesOfParts>
    <vt:vector size="19" baseType="lpstr">
      <vt:lpstr>office theme</vt:lpstr>
      <vt:lpstr>office theme</vt:lpstr>
      <vt:lpstr>Office Theme</vt:lpstr>
      <vt:lpstr>HackerWar 3.0</vt:lpstr>
      <vt:lpstr>Table of contents</vt:lpstr>
      <vt:lpstr>HackBots</vt:lpstr>
      <vt:lpstr>Problem Statement </vt:lpstr>
      <vt:lpstr>Solution </vt:lpstr>
      <vt:lpstr>Feature for Making Website Efficient in Sales</vt:lpstr>
      <vt:lpstr>Demand Forecasting</vt:lpstr>
      <vt:lpstr>Sentiment Analysis</vt:lpstr>
      <vt:lpstr>Continue</vt:lpstr>
      <vt:lpstr>Automatic Quality Check</vt:lpstr>
      <vt:lpstr>HOME PAGE : FIRST LOOK</vt:lpstr>
      <vt:lpstr>STUDIO</vt:lpstr>
      <vt:lpstr>Blog &amp; Reviews</vt:lpstr>
      <vt:lpstr>  OUR STORY</vt:lpstr>
      <vt:lpstr>Credits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107</cp:revision>
  <dcterms:created xsi:type="dcterms:W3CDTF">2022-06-20T21:19:33Z</dcterms:created>
  <dcterms:modified xsi:type="dcterms:W3CDTF">2022-06-26T10:01:53Z</dcterms:modified>
</cp:coreProperties>
</file>